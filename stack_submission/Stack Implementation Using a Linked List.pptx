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7" r:id="rId5"/>
    <p:sldId id="268" r:id="rId6"/>
    <p:sldId id="280" r:id="rId7"/>
    <p:sldId id="272" r:id="rId8"/>
    <p:sldId id="273" r:id="rId9"/>
    <p:sldId id="277" r:id="rId10"/>
    <p:sldId id="278" r:id="rId11"/>
    <p:sldId id="279" r:id="rId12"/>
    <p:sldId id="281" r:id="rId13"/>
    <p:sldId id="282" r:id="rId14"/>
    <p:sldId id="274" r:id="rId15"/>
    <p:sldId id="283" r:id="rId16"/>
    <p:sldId id="285" r:id="rId17"/>
    <p:sldId id="284" r:id="rId18"/>
    <p:sldId id="286" r:id="rId19"/>
    <p:sldId id="287" r:id="rId20"/>
    <p:sldId id="288" r:id="rId21"/>
    <p:sldId id="289" r:id="rId22"/>
    <p:sldId id="290" r:id="rId23"/>
    <p:sldId id="292" r:id="rId24"/>
    <p:sldId id="291" r:id="rId25"/>
  </p:sldIdLst>
  <p:sldSz cx="12188825" cy="6858000"/>
  <p:notesSz cx="6858000" cy="9144000"/>
  <p:defaultTextStyle>
    <a:defPPr rtl="0">
      <a:defRPr lang="en-gb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rahman Abdulkader" initials="AA" lastIdx="1" clrIdx="0">
    <p:extLst>
      <p:ext uri="{19B8F6BF-5375-455C-9EA6-DF929625EA0E}">
        <p15:presenceInfo xmlns:p15="http://schemas.microsoft.com/office/powerpoint/2012/main" userId="4bb965dfac33613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1E1E1E"/>
    <a:srgbClr val="95AB25"/>
    <a:srgbClr val="00FFCC"/>
    <a:srgbClr val="394404"/>
    <a:srgbClr val="5F6F0F"/>
    <a:srgbClr val="718412"/>
    <a:srgbClr val="65741A"/>
    <a:srgbClr val="70811D"/>
    <a:srgbClr val="7B8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rahman Abdulkader" userId="4bb965dfac336135" providerId="LiveId" clId="{17B4EB89-733B-49A0-A174-2FAE06603548}"/>
    <pc:docChg chg="undo redo custSel addSld delSld modSld sldOrd addSection delSection modSection">
      <pc:chgData name="Abdulrahman Abdulkader" userId="4bb965dfac336135" providerId="LiveId" clId="{17B4EB89-733B-49A0-A174-2FAE06603548}" dt="2026-01-02T20:42:32.666" v="12647" actId="1076"/>
      <pc:docMkLst>
        <pc:docMk/>
      </pc:docMkLst>
      <pc:sldChg chg="addSp delSp modSp mod ord">
        <pc:chgData name="Abdulrahman Abdulkader" userId="4bb965dfac336135" providerId="LiveId" clId="{17B4EB89-733B-49A0-A174-2FAE06603548}" dt="2026-01-01T22:44:26.259" v="12250" actId="1076"/>
        <pc:sldMkLst>
          <pc:docMk/>
          <pc:sldMk cId="1332291891" sldId="257"/>
        </pc:sldMkLst>
        <pc:spChg chg="mod">
          <ac:chgData name="Abdulrahman Abdulkader" userId="4bb965dfac336135" providerId="LiveId" clId="{17B4EB89-733B-49A0-A174-2FAE06603548}" dt="2026-01-01T22:03:43.108" v="11974" actId="207"/>
          <ac:spMkLst>
            <pc:docMk/>
            <pc:sldMk cId="1332291891" sldId="257"/>
            <ac:spMk id="2" creationId="{00000000-0000-0000-0000-000000000000}"/>
          </ac:spMkLst>
        </pc:spChg>
        <pc:spChg chg="mod">
          <ac:chgData name="Abdulrahman Abdulkader" userId="4bb965dfac336135" providerId="LiveId" clId="{17B4EB89-733B-49A0-A174-2FAE06603548}" dt="2026-01-01T22:43:26.879" v="12228" actId="1076"/>
          <ac:spMkLst>
            <pc:docMk/>
            <pc:sldMk cId="1332291891" sldId="257"/>
            <ac:spMk id="5" creationId="{00000000-0000-0000-0000-000000000000}"/>
          </ac:spMkLst>
        </pc:spChg>
        <pc:spChg chg="add del mod">
          <ac:chgData name="Abdulrahman Abdulkader" userId="4bb965dfac336135" providerId="LiveId" clId="{17B4EB89-733B-49A0-A174-2FAE06603548}" dt="2026-01-01T22:43:42.688" v="12235" actId="478"/>
          <ac:spMkLst>
            <pc:docMk/>
            <pc:sldMk cId="1332291891" sldId="257"/>
            <ac:spMk id="6" creationId="{CFF281B0-2973-49B7-A633-18F52FCD2534}"/>
          </ac:spMkLst>
        </pc:spChg>
        <pc:spChg chg="mod">
          <ac:chgData name="Abdulrahman Abdulkader" userId="4bb965dfac336135" providerId="LiveId" clId="{17B4EB89-733B-49A0-A174-2FAE06603548}" dt="2026-01-01T22:43:38.869" v="12232" actId="1076"/>
          <ac:spMkLst>
            <pc:docMk/>
            <pc:sldMk cId="1332291891" sldId="257"/>
            <ac:spMk id="9" creationId="{AC53C258-F122-48A6-81C1-09EF0FAB0669}"/>
          </ac:spMkLst>
        </pc:spChg>
        <pc:spChg chg="mod">
          <ac:chgData name="Abdulrahman Abdulkader" userId="4bb965dfac336135" providerId="LiveId" clId="{17B4EB89-733B-49A0-A174-2FAE06603548}" dt="2026-01-01T22:44:26.259" v="12250" actId="1076"/>
          <ac:spMkLst>
            <pc:docMk/>
            <pc:sldMk cId="1332291891" sldId="257"/>
            <ac:spMk id="11" creationId="{2934742D-7D3F-4E09-9456-DA533D6507B5}"/>
          </ac:spMkLst>
        </pc:spChg>
      </pc:sldChg>
      <pc:sldChg chg="del">
        <pc:chgData name="Abdulrahman Abdulkader" userId="4bb965dfac336135" providerId="LiveId" clId="{17B4EB89-733B-49A0-A174-2FAE06603548}" dt="2026-01-01T21:58:43.665" v="11951" actId="47"/>
        <pc:sldMkLst>
          <pc:docMk/>
          <pc:sldMk cId="4264977537" sldId="259"/>
        </pc:sldMkLst>
      </pc:sldChg>
      <pc:sldChg chg="del">
        <pc:chgData name="Abdulrahman Abdulkader" userId="4bb965dfac336135" providerId="LiveId" clId="{17B4EB89-733B-49A0-A174-2FAE06603548}" dt="2026-01-01T21:58:44.375" v="11952" actId="47"/>
        <pc:sldMkLst>
          <pc:docMk/>
          <pc:sldMk cId="2672039197" sldId="261"/>
        </pc:sldMkLst>
      </pc:sldChg>
      <pc:sldChg chg="del">
        <pc:chgData name="Abdulrahman Abdulkader" userId="4bb965dfac336135" providerId="LiveId" clId="{17B4EB89-733B-49A0-A174-2FAE06603548}" dt="2026-01-01T21:58:44.974" v="11953" actId="47"/>
        <pc:sldMkLst>
          <pc:docMk/>
          <pc:sldMk cId="397710800" sldId="262"/>
        </pc:sldMkLst>
      </pc:sldChg>
      <pc:sldChg chg="del">
        <pc:chgData name="Abdulrahman Abdulkader" userId="4bb965dfac336135" providerId="LiveId" clId="{17B4EB89-733B-49A0-A174-2FAE06603548}" dt="2026-01-01T21:58:45.559" v="11954" actId="47"/>
        <pc:sldMkLst>
          <pc:docMk/>
          <pc:sldMk cId="1405850135" sldId="263"/>
        </pc:sldMkLst>
      </pc:sldChg>
      <pc:sldChg chg="del">
        <pc:chgData name="Abdulrahman Abdulkader" userId="4bb965dfac336135" providerId="LiveId" clId="{17B4EB89-733B-49A0-A174-2FAE06603548}" dt="2026-01-01T21:58:46.786" v="11956" actId="47"/>
        <pc:sldMkLst>
          <pc:docMk/>
          <pc:sldMk cId="3480339974" sldId="265"/>
        </pc:sldMkLst>
      </pc:sldChg>
      <pc:sldChg chg="del">
        <pc:chgData name="Abdulrahman Abdulkader" userId="4bb965dfac336135" providerId="LiveId" clId="{17B4EB89-733B-49A0-A174-2FAE06603548}" dt="2026-01-01T21:58:41.924" v="11949" actId="47"/>
        <pc:sldMkLst>
          <pc:docMk/>
          <pc:sldMk cId="1484811712" sldId="267"/>
        </pc:sldMkLst>
      </pc:sldChg>
      <pc:sldChg chg="addSp delSp modSp mod modAnim">
        <pc:chgData name="Abdulrahman Abdulkader" userId="4bb965dfac336135" providerId="LiveId" clId="{17B4EB89-733B-49A0-A174-2FAE06603548}" dt="2026-01-01T22:06:15.948" v="11984"/>
        <pc:sldMkLst>
          <pc:docMk/>
          <pc:sldMk cId="3529114326" sldId="268"/>
        </pc:sldMkLst>
        <pc:spChg chg="add del mod">
          <ac:chgData name="Abdulrahman Abdulkader" userId="4bb965dfac336135" providerId="LiveId" clId="{17B4EB89-733B-49A0-A174-2FAE06603548}" dt="2025-12-30T21:44:54.227" v="6424" actId="478"/>
          <ac:spMkLst>
            <pc:docMk/>
            <pc:sldMk cId="3529114326" sldId="268"/>
            <ac:spMk id="4" creationId="{6241E30E-2D65-4A08-8AAB-27F0C7AC21FF}"/>
          </ac:spMkLst>
        </pc:spChg>
        <pc:spChg chg="mod">
          <ac:chgData name="Abdulrahman Abdulkader" userId="4bb965dfac336135" providerId="LiveId" clId="{17B4EB89-733B-49A0-A174-2FAE06603548}" dt="2025-12-30T21:46:58.756" v="6465" actId="20577"/>
          <ac:spMkLst>
            <pc:docMk/>
            <pc:sldMk cId="3529114326" sldId="268"/>
            <ac:spMk id="14" creationId="{00000000-0000-0000-0000-000000000000}"/>
          </ac:spMkLst>
        </pc:spChg>
      </pc:sldChg>
      <pc:sldChg chg="del">
        <pc:chgData name="Abdulrahman Abdulkader" userId="4bb965dfac336135" providerId="LiveId" clId="{17B4EB89-733B-49A0-A174-2FAE06603548}" dt="2026-01-01T21:58:47.984" v="11957" actId="47"/>
        <pc:sldMkLst>
          <pc:docMk/>
          <pc:sldMk cId="2341911148" sldId="269"/>
        </pc:sldMkLst>
      </pc:sldChg>
      <pc:sldChg chg="del">
        <pc:chgData name="Abdulrahman Abdulkader" userId="4bb965dfac336135" providerId="LiveId" clId="{17B4EB89-733B-49A0-A174-2FAE06603548}" dt="2026-01-01T21:58:42.912" v="11950" actId="47"/>
        <pc:sldMkLst>
          <pc:docMk/>
          <pc:sldMk cId="4123189245" sldId="270"/>
        </pc:sldMkLst>
      </pc:sldChg>
      <pc:sldChg chg="del">
        <pc:chgData name="Abdulrahman Abdulkader" userId="4bb965dfac336135" providerId="LiveId" clId="{17B4EB89-733B-49A0-A174-2FAE06603548}" dt="2026-01-01T21:58:46.194" v="11955" actId="47"/>
        <pc:sldMkLst>
          <pc:docMk/>
          <pc:sldMk cId="2319046984" sldId="271"/>
        </pc:sldMkLst>
      </pc:sldChg>
      <pc:sldChg chg="modAnim">
        <pc:chgData name="Abdulrahman Abdulkader" userId="4bb965dfac336135" providerId="LiveId" clId="{17B4EB89-733B-49A0-A174-2FAE06603548}" dt="2026-01-01T22:06:36.290" v="11986"/>
        <pc:sldMkLst>
          <pc:docMk/>
          <pc:sldMk cId="1703289626" sldId="272"/>
        </pc:sldMkLst>
      </pc:sldChg>
      <pc:sldChg chg="modSp mod modAnim">
        <pc:chgData name="Abdulrahman Abdulkader" userId="4bb965dfac336135" providerId="LiveId" clId="{17B4EB89-733B-49A0-A174-2FAE06603548}" dt="2026-01-02T19:58:11.403" v="12644" actId="20577"/>
        <pc:sldMkLst>
          <pc:docMk/>
          <pc:sldMk cId="884701287" sldId="273"/>
        </pc:sldMkLst>
        <pc:spChg chg="mod">
          <ac:chgData name="Abdulrahman Abdulkader" userId="4bb965dfac336135" providerId="LiveId" clId="{17B4EB89-733B-49A0-A174-2FAE06603548}" dt="2026-01-02T19:58:11.403" v="12644" actId="20577"/>
          <ac:spMkLst>
            <pc:docMk/>
            <pc:sldMk cId="884701287" sldId="273"/>
            <ac:spMk id="14" creationId="{00000000-0000-0000-0000-000000000000}"/>
          </ac:spMkLst>
        </pc:spChg>
      </pc:sldChg>
      <pc:sldChg chg="addSp delSp modSp add del mod modTransition delAnim modAnim">
        <pc:chgData name="Abdulrahman Abdulkader" userId="4bb965dfac336135" providerId="LiveId" clId="{17B4EB89-733B-49A0-A174-2FAE06603548}" dt="2026-01-02T00:38:18.855" v="12548" actId="207"/>
        <pc:sldMkLst>
          <pc:docMk/>
          <pc:sldMk cId="2198191982" sldId="274"/>
        </pc:sldMkLst>
        <pc:spChg chg="add del">
          <ac:chgData name="Abdulrahman Abdulkader" userId="4bb965dfac336135" providerId="LiveId" clId="{17B4EB89-733B-49A0-A174-2FAE06603548}" dt="2026-01-02T00:37:10.453" v="12529"/>
          <ac:spMkLst>
            <pc:docMk/>
            <pc:sldMk cId="2198191982" sldId="274"/>
            <ac:spMk id="2" creationId="{6FE291D6-FB82-4A81-AF3E-F3C711D899FD}"/>
          </ac:spMkLst>
        </pc:spChg>
        <pc:spChg chg="add del mod">
          <ac:chgData name="Abdulrahman Abdulkader" userId="4bb965dfac336135" providerId="LiveId" clId="{17B4EB89-733B-49A0-A174-2FAE06603548}" dt="2025-12-31T22:27:27.881" v="8345" actId="478"/>
          <ac:spMkLst>
            <pc:docMk/>
            <pc:sldMk cId="2198191982" sldId="274"/>
            <ac:spMk id="3" creationId="{3C9B1C19-C7C1-4066-91D7-455CC4E2A757}"/>
          </ac:spMkLst>
        </pc:spChg>
        <pc:spChg chg="add del">
          <ac:chgData name="Abdulrahman Abdulkader" userId="4bb965dfac336135" providerId="LiveId" clId="{17B4EB89-733B-49A0-A174-2FAE06603548}" dt="2026-01-02T00:37:13.778" v="12531"/>
          <ac:spMkLst>
            <pc:docMk/>
            <pc:sldMk cId="2198191982" sldId="274"/>
            <ac:spMk id="3" creationId="{E6047281-7206-424E-9DC1-A843805AA4CC}"/>
          </ac:spMkLst>
        </pc:spChg>
        <pc:spChg chg="add del">
          <ac:chgData name="Abdulrahman Abdulkader" userId="4bb965dfac336135" providerId="LiveId" clId="{17B4EB89-733B-49A0-A174-2FAE06603548}" dt="2026-01-02T00:37:34.859" v="12539"/>
          <ac:spMkLst>
            <pc:docMk/>
            <pc:sldMk cId="2198191982" sldId="274"/>
            <ac:spMk id="4" creationId="{DDF3CC03-5FE9-436C-971D-C4EA4F8AEC4E}"/>
          </ac:spMkLst>
        </pc:spChg>
        <pc:spChg chg="add del mod">
          <ac:chgData name="Abdulrahman Abdulkader" userId="4bb965dfac336135" providerId="LiveId" clId="{17B4EB89-733B-49A0-A174-2FAE06603548}" dt="2026-01-02T00:37:27.186" v="12534"/>
          <ac:spMkLst>
            <pc:docMk/>
            <pc:sldMk cId="2198191982" sldId="274"/>
            <ac:spMk id="5" creationId="{B276D249-03F3-4EED-99FE-D7B81A1AD5E2}"/>
          </ac:spMkLst>
        </pc:spChg>
        <pc:spChg chg="add del mod">
          <ac:chgData name="Abdulrahman Abdulkader" userId="4bb965dfac336135" providerId="LiveId" clId="{17B4EB89-733B-49A0-A174-2FAE06603548}" dt="2026-01-02T00:37:29.348" v="12536"/>
          <ac:spMkLst>
            <pc:docMk/>
            <pc:sldMk cId="2198191982" sldId="274"/>
            <ac:spMk id="6" creationId="{30E18FB9-15CA-436B-A9B9-6DB69DCDC88C}"/>
          </ac:spMkLst>
        </pc:spChg>
        <pc:spChg chg="add del mod">
          <ac:chgData name="Abdulrahman Abdulkader" userId="4bb965dfac336135" providerId="LiveId" clId="{17B4EB89-733B-49A0-A174-2FAE06603548}" dt="2025-12-31T22:33:16.198" v="8367" actId="478"/>
          <ac:spMkLst>
            <pc:docMk/>
            <pc:sldMk cId="2198191982" sldId="274"/>
            <ac:spMk id="6" creationId="{DDEB0060-B925-4805-9F6C-83514E8D0ED5}"/>
          </ac:spMkLst>
        </pc:spChg>
        <pc:spChg chg="add del mod">
          <ac:chgData name="Abdulrahman Abdulkader" userId="4bb965dfac336135" providerId="LiveId" clId="{17B4EB89-733B-49A0-A174-2FAE06603548}" dt="2026-01-02T00:37:34.669" v="12538"/>
          <ac:spMkLst>
            <pc:docMk/>
            <pc:sldMk cId="2198191982" sldId="274"/>
            <ac:spMk id="7" creationId="{096F97BB-6099-47B8-B716-0790B7F6009E}"/>
          </ac:spMkLst>
        </pc:spChg>
        <pc:spChg chg="add del mod">
          <ac:chgData name="Abdulrahman Abdulkader" userId="4bb965dfac336135" providerId="LiveId" clId="{17B4EB89-733B-49A0-A174-2FAE06603548}" dt="2025-12-31T22:33:56.478" v="8380" actId="478"/>
          <ac:spMkLst>
            <pc:docMk/>
            <pc:sldMk cId="2198191982" sldId="274"/>
            <ac:spMk id="8" creationId="{53E4656B-3DE9-4385-AA0A-8598FECD9DFC}"/>
          </ac:spMkLst>
        </pc:spChg>
        <pc:spChg chg="add del">
          <ac:chgData name="Abdulrahman Abdulkader" userId="4bb965dfac336135" providerId="LiveId" clId="{17B4EB89-733B-49A0-A174-2FAE06603548}" dt="2026-01-02T00:37:41.822" v="12542"/>
          <ac:spMkLst>
            <pc:docMk/>
            <pc:sldMk cId="2198191982" sldId="274"/>
            <ac:spMk id="8" creationId="{DF954002-4376-4912-8FAD-2FA0600299FD}"/>
          </ac:spMkLst>
        </pc:spChg>
        <pc:spChg chg="del">
          <ac:chgData name="Abdulrahman Abdulkader" userId="4bb965dfac336135" providerId="LiveId" clId="{17B4EB89-733B-49A0-A174-2FAE06603548}" dt="2025-12-31T22:27:32.091" v="8346" actId="478"/>
          <ac:spMkLst>
            <pc:docMk/>
            <pc:sldMk cId="2198191982" sldId="274"/>
            <ac:spMk id="9" creationId="{52387CA1-757E-4CEB-A70E-B2B7D50D8EBC}"/>
          </ac:spMkLst>
        </pc:spChg>
        <pc:spChg chg="add del mod">
          <ac:chgData name="Abdulrahman Abdulkader" userId="4bb965dfac336135" providerId="LiveId" clId="{17B4EB89-733B-49A0-A174-2FAE06603548}" dt="2025-12-31T22:37:31.916" v="8436" actId="478"/>
          <ac:spMkLst>
            <pc:docMk/>
            <pc:sldMk cId="2198191982" sldId="274"/>
            <ac:spMk id="10" creationId="{6309184B-EB92-4403-A04B-CD899FC38BE2}"/>
          </ac:spMkLst>
        </pc:spChg>
        <pc:spChg chg="add del mod">
          <ac:chgData name="Abdulrahman Abdulkader" userId="4bb965dfac336135" providerId="LiveId" clId="{17B4EB89-733B-49A0-A174-2FAE06603548}" dt="2025-12-31T22:58:20.712" v="8761" actId="478"/>
          <ac:spMkLst>
            <pc:docMk/>
            <pc:sldMk cId="2198191982" sldId="274"/>
            <ac:spMk id="11" creationId="{CF287F63-B978-496D-B6B8-7DD3EFB52A04}"/>
          </ac:spMkLst>
        </pc:spChg>
        <pc:spChg chg="add mod">
          <ac:chgData name="Abdulrahman Abdulkader" userId="4bb965dfac336135" providerId="LiveId" clId="{17B4EB89-733B-49A0-A174-2FAE06603548}" dt="2026-01-01T22:45:29.103" v="12251" actId="2"/>
          <ac:spMkLst>
            <pc:docMk/>
            <pc:sldMk cId="2198191982" sldId="274"/>
            <ac:spMk id="12" creationId="{490B358B-440B-4C6D-A291-6FEF61BDE868}"/>
          </ac:spMkLst>
        </pc:spChg>
        <pc:spChg chg="del mod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8" creationId="{2875D721-B569-43AF-8375-CAB5BF6E3050}"/>
          </ac:spMkLst>
        </pc:spChg>
        <pc:spChg chg="del">
          <ac:chgData name="Abdulrahman Abdulkader" userId="4bb965dfac336135" providerId="LiveId" clId="{17B4EB89-733B-49A0-A174-2FAE06603548}" dt="2025-12-31T22:27:32.091" v="8346" actId="478"/>
          <ac:spMkLst>
            <pc:docMk/>
            <pc:sldMk cId="2198191982" sldId="274"/>
            <ac:spMk id="24" creationId="{6D901C95-034F-4058-A717-546CE46C1A63}"/>
          </ac:spMkLst>
        </pc:spChg>
        <pc:spChg chg="add mod">
          <ac:chgData name="Abdulrahman Abdulkader" userId="4bb965dfac336135" providerId="LiveId" clId="{17B4EB89-733B-49A0-A174-2FAE06603548}" dt="2025-12-31T23:12:40.302" v="9406" actId="1076"/>
          <ac:spMkLst>
            <pc:docMk/>
            <pc:sldMk cId="2198191982" sldId="274"/>
            <ac:spMk id="29" creationId="{036DCAD2-3F10-4416-8D82-F769915A54D4}"/>
          </ac:spMkLst>
        </pc:spChg>
        <pc:spChg chg="add 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33" creationId="{03EB25BF-A853-4290-A025-C27D0D98525B}"/>
          </ac:spMkLst>
        </pc:spChg>
        <pc:spChg chg="add del mod">
          <ac:chgData name="Abdulrahman Abdulkader" userId="4bb965dfac336135" providerId="LiveId" clId="{17B4EB89-733B-49A0-A174-2FAE06603548}" dt="2025-12-31T23:06:23.771" v="9375" actId="478"/>
          <ac:spMkLst>
            <pc:docMk/>
            <pc:sldMk cId="2198191982" sldId="274"/>
            <ac:spMk id="35" creationId="{431C36CA-E133-4CEF-9040-DA6D8F7A0D47}"/>
          </ac:spMkLst>
        </pc:spChg>
        <pc:spChg chg="add mod">
          <ac:chgData name="Abdulrahman Abdulkader" userId="4bb965dfac336135" providerId="LiveId" clId="{17B4EB89-733B-49A0-A174-2FAE06603548}" dt="2026-01-02T00:35:56.513" v="12526" actId="20577"/>
          <ac:spMkLst>
            <pc:docMk/>
            <pc:sldMk cId="2198191982" sldId="274"/>
            <ac:spMk id="37" creationId="{F061EEDE-E1A6-4C20-9836-392FF046972F}"/>
          </ac:spMkLst>
        </pc:spChg>
        <pc:spChg chg="add del mod">
          <ac:chgData name="Abdulrahman Abdulkader" userId="4bb965dfac336135" providerId="LiveId" clId="{17B4EB89-733B-49A0-A174-2FAE06603548}" dt="2026-01-01T22:21:39.005" v="12127" actId="478"/>
          <ac:spMkLst>
            <pc:docMk/>
            <pc:sldMk cId="2198191982" sldId="274"/>
            <ac:spMk id="38" creationId="{9906B287-EBC4-4FDC-97FD-4BE82C7B97A4}"/>
          </ac:spMkLst>
        </pc:spChg>
        <pc:spChg chg="add mod">
          <ac:chgData name="Abdulrahman Abdulkader" userId="4bb965dfac336135" providerId="LiveId" clId="{17B4EB89-733B-49A0-A174-2FAE06603548}" dt="2026-01-02T00:38:18.855" v="12548" actId="207"/>
          <ac:spMkLst>
            <pc:docMk/>
            <pc:sldMk cId="2198191982" sldId="274"/>
            <ac:spMk id="39" creationId="{49337B34-E8DF-41A7-98DC-24D2C5225830}"/>
          </ac:spMkLst>
        </pc:spChg>
        <pc:spChg chg="add del mod">
          <ac:chgData name="Abdulrahman Abdulkader" userId="4bb965dfac336135" providerId="LiveId" clId="{17B4EB89-733B-49A0-A174-2FAE06603548}" dt="2025-12-31T23:04:46.847" v="9352"/>
          <ac:spMkLst>
            <pc:docMk/>
            <pc:sldMk cId="2198191982" sldId="274"/>
            <ac:spMk id="40" creationId="{AD8EA35E-CA9E-4193-B6B7-8BFC0E5B00FF}"/>
          </ac:spMkLst>
        </pc:spChg>
        <pc:spChg chg="add del mod">
          <ac:chgData name="Abdulrahman Abdulkader" userId="4bb965dfac336135" providerId="LiveId" clId="{17B4EB89-733B-49A0-A174-2FAE06603548}" dt="2025-12-31T23:05:30.896" v="9361" actId="478"/>
          <ac:spMkLst>
            <pc:docMk/>
            <pc:sldMk cId="2198191982" sldId="274"/>
            <ac:spMk id="42" creationId="{F0DF3E36-62DB-4DFD-8BA4-5B1BD003A077}"/>
          </ac:spMkLst>
        </pc:spChg>
        <pc:spChg chg="add mod">
          <ac:chgData name="Abdulrahman Abdulkader" userId="4bb965dfac336135" providerId="LiveId" clId="{17B4EB89-733B-49A0-A174-2FAE06603548}" dt="2025-12-31T23:08:46.034" v="9395" actId="1076"/>
          <ac:spMkLst>
            <pc:docMk/>
            <pc:sldMk cId="2198191982" sldId="274"/>
            <ac:spMk id="43" creationId="{B753794C-D997-47A9-8136-61A35C6922EF}"/>
          </ac:spMkLst>
        </pc:spChg>
        <pc:spChg chg="del">
          <ac:chgData name="Abdulrahman Abdulkader" userId="4bb965dfac336135" providerId="LiveId" clId="{17B4EB89-733B-49A0-A174-2FAE06603548}" dt="2025-12-31T22:27:32.091" v="8346" actId="478"/>
          <ac:spMkLst>
            <pc:docMk/>
            <pc:sldMk cId="2198191982" sldId="274"/>
            <ac:spMk id="46" creationId="{E575237A-681F-48B0-8D78-9A5B5D631791}"/>
          </ac:spMkLst>
        </pc:spChg>
        <pc:spChg chg="del">
          <ac:chgData name="Abdulrahman Abdulkader" userId="4bb965dfac336135" providerId="LiveId" clId="{17B4EB89-733B-49A0-A174-2FAE06603548}" dt="2025-12-31T22:27:20.495" v="8344" actId="478"/>
          <ac:spMkLst>
            <pc:docMk/>
            <pc:sldMk cId="2198191982" sldId="274"/>
            <ac:spMk id="143" creationId="{F5BE898D-15F3-4C24-AACB-CF070C419CB3}"/>
          </ac:spMkLst>
        </pc:spChg>
        <pc:spChg chg="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75" creationId="{CFBE7C77-C9F5-49D5-B992-9B106E2F92FD}"/>
          </ac:spMkLst>
        </pc:spChg>
        <pc:spChg chg="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76" creationId="{4B741FE1-9B96-4063-9C0A-093E2BDF330D}"/>
          </ac:spMkLst>
        </pc:spChg>
        <pc:spChg chg="del mod topLvl">
          <ac:chgData name="Abdulrahman Abdulkader" userId="4bb965dfac336135" providerId="LiveId" clId="{17B4EB89-733B-49A0-A174-2FAE06603548}" dt="2025-12-31T22:28:31.805" v="8358" actId="478"/>
          <ac:spMkLst>
            <pc:docMk/>
            <pc:sldMk cId="2198191982" sldId="274"/>
            <ac:spMk id="177" creationId="{A227B837-F4D7-4B45-9325-34B36829E029}"/>
          </ac:spMkLst>
        </pc:spChg>
        <pc:grpChg chg="del">
          <ac:chgData name="Abdulrahman Abdulkader" userId="4bb965dfac336135" providerId="LiveId" clId="{17B4EB89-733B-49A0-A174-2FAE06603548}" dt="2025-12-31T22:27:32.091" v="8346" actId="478"/>
          <ac:grpSpMkLst>
            <pc:docMk/>
            <pc:sldMk cId="2198191982" sldId="274"/>
            <ac:grpSpMk id="150" creationId="{5DD1F1B7-1891-48F2-B427-310B5AB599B7}"/>
          </ac:grpSpMkLst>
        </pc:grpChg>
        <pc:grpChg chg="add del mod topLvl">
          <ac:chgData name="Abdulrahman Abdulkader" userId="4bb965dfac336135" providerId="LiveId" clId="{17B4EB89-733B-49A0-A174-2FAE06603548}" dt="2025-12-31T22:28:10.521" v="8355" actId="165"/>
          <ac:grpSpMkLst>
            <pc:docMk/>
            <pc:sldMk cId="2198191982" sldId="274"/>
            <ac:grpSpMk id="174" creationId="{FC6BD72A-E91A-44EC-B929-6A2960CC760B}"/>
          </ac:grpSpMkLst>
        </pc:grpChg>
        <pc:grpChg chg="del mod">
          <ac:chgData name="Abdulrahman Abdulkader" userId="4bb965dfac336135" providerId="LiveId" clId="{17B4EB89-733B-49A0-A174-2FAE06603548}" dt="2025-12-31T22:27:56.545" v="8350" actId="165"/>
          <ac:grpSpMkLst>
            <pc:docMk/>
            <pc:sldMk cId="2198191982" sldId="274"/>
            <ac:grpSpMk id="189" creationId="{B0DD4489-CFDE-4AE7-8A44-4775EE44BFFF}"/>
          </ac:grpSpMkLst>
        </pc:grpChg>
        <pc:grpChg chg="del">
          <ac:chgData name="Abdulrahman Abdulkader" userId="4bb965dfac336135" providerId="LiveId" clId="{17B4EB89-733B-49A0-A174-2FAE06603548}" dt="2025-12-31T22:27:32.091" v="8346" actId="478"/>
          <ac:grpSpMkLst>
            <pc:docMk/>
            <pc:sldMk cId="2198191982" sldId="274"/>
            <ac:grpSpMk id="228" creationId="{B3232DF3-EAF8-4488-A3E8-70814FD20D94}"/>
          </ac:grpSpMkLst>
        </pc:grpChg>
        <pc:grpChg chg="del">
          <ac:chgData name="Abdulrahman Abdulkader" userId="4bb965dfac336135" providerId="LiveId" clId="{17B4EB89-733B-49A0-A174-2FAE06603548}" dt="2025-12-31T22:27:32.091" v="8346" actId="478"/>
          <ac:grpSpMkLst>
            <pc:docMk/>
            <pc:sldMk cId="2198191982" sldId="274"/>
            <ac:grpSpMk id="229" creationId="{C7D83BE7-BB1D-417A-B062-559B23C8F816}"/>
          </ac:grpSpMkLst>
        </pc:grpChg>
        <pc:cxnChg chg="del mod">
          <ac:chgData name="Abdulrahman Abdulkader" userId="4bb965dfac336135" providerId="LiveId" clId="{17B4EB89-733B-49A0-A174-2FAE06603548}" dt="2025-12-31T22:27:32.091" v="8346" actId="478"/>
          <ac:cxnSpMkLst>
            <pc:docMk/>
            <pc:sldMk cId="2198191982" sldId="274"/>
            <ac:cxnSpMk id="7" creationId="{F3A210F5-D567-46A7-B6FD-E221378AF162}"/>
          </ac:cxnSpMkLst>
        </pc:cxnChg>
        <pc:cxnChg chg="add del mod topLvl">
          <ac:chgData name="Abdulrahman Abdulkader" userId="4bb965dfac336135" providerId="LiveId" clId="{17B4EB89-733B-49A0-A174-2FAE06603548}" dt="2025-12-31T22:28:13.410" v="8357" actId="478"/>
          <ac:cxnSpMkLst>
            <pc:docMk/>
            <pc:sldMk cId="2198191982" sldId="274"/>
            <ac:cxnSpMk id="34" creationId="{E81A8999-9DEF-4A54-9561-EAA4B05CD737}"/>
          </ac:cxnSpMkLst>
        </pc:cxnChg>
        <pc:cxnChg chg="mod">
          <ac:chgData name="Abdulrahman Abdulkader" userId="4bb965dfac336135" providerId="LiveId" clId="{17B4EB89-733B-49A0-A174-2FAE06603548}" dt="2025-12-31T22:27:32.091" v="8346" actId="478"/>
          <ac:cxnSpMkLst>
            <pc:docMk/>
            <pc:sldMk cId="2198191982" sldId="274"/>
            <ac:cxnSpMk id="57" creationId="{0BE8B4EE-47F8-49BC-BABF-3FE799FBCCA4}"/>
          </ac:cxnSpMkLst>
        </pc:cxnChg>
      </pc:sldChg>
      <pc:sldChg chg="addSp delSp modSp del mod modTransition modAnim">
        <pc:chgData name="Abdulrahman Abdulkader" userId="4bb965dfac336135" providerId="LiveId" clId="{17B4EB89-733B-49A0-A174-2FAE06603548}" dt="2025-12-30T03:39:33.507" v="3460" actId="2696"/>
        <pc:sldMkLst>
          <pc:docMk/>
          <pc:sldMk cId="3526473273" sldId="274"/>
        </pc:sldMkLst>
        <pc:spChg chg="add del mod">
          <ac:chgData name="Abdulrahman Abdulkader" userId="4bb965dfac336135" providerId="LiveId" clId="{17B4EB89-733B-49A0-A174-2FAE06603548}" dt="2025-12-30T00:56:37.211" v="45" actId="478"/>
          <ac:spMkLst>
            <pc:docMk/>
            <pc:sldMk cId="3526473273" sldId="274"/>
            <ac:spMk id="4" creationId="{4F0DA38D-2012-4FE8-B2E4-5A0792EB95A3}"/>
          </ac:spMkLst>
        </pc:spChg>
        <pc:spChg chg="mod topLvl">
          <ac:chgData name="Abdulrahman Abdulkader" userId="4bb965dfac336135" providerId="LiveId" clId="{17B4EB89-733B-49A0-A174-2FAE06603548}" dt="2025-12-30T01:45:39.180" v="964" actId="1076"/>
          <ac:spMkLst>
            <pc:docMk/>
            <pc:sldMk cId="3526473273" sldId="274"/>
            <ac:spMk id="9" creationId="{52387CA1-757E-4CEB-A70E-B2B7D50D8EBC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6" creationId="{649AD19D-2E21-4875-A22F-D5C39089148D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7" creationId="{90CEE6DF-CADA-47F2-B7BB-EFDB40FD7458}"/>
          </ac:spMkLst>
        </pc:spChg>
        <pc:spChg chg="mod topLvl">
          <ac:chgData name="Abdulrahman Abdulkader" userId="4bb965dfac336135" providerId="LiveId" clId="{17B4EB89-733B-49A0-A174-2FAE06603548}" dt="2025-12-30T01:48:57.525" v="999" actId="1076"/>
          <ac:spMkLst>
            <pc:docMk/>
            <pc:sldMk cId="3526473273" sldId="274"/>
            <ac:spMk id="18" creationId="{2875D721-B569-43AF-8375-CAB5BF6E3050}"/>
          </ac:spMkLst>
        </pc:spChg>
        <pc:spChg chg="add mod topLvl">
          <ac:chgData name="Abdulrahman Abdulkader" userId="4bb965dfac336135" providerId="LiveId" clId="{17B4EB89-733B-49A0-A174-2FAE06603548}" dt="2025-12-30T01:36:48.151" v="897" actId="164"/>
          <ac:spMkLst>
            <pc:docMk/>
            <pc:sldMk cId="3526473273" sldId="274"/>
            <ac:spMk id="23" creationId="{D1E8D57B-09CE-481A-8ED1-39BCF757F545}"/>
          </ac:spMkLst>
        </pc:spChg>
        <pc:spChg chg="mod topLvl">
          <ac:chgData name="Abdulrahman Abdulkader" userId="4bb965dfac336135" providerId="LiveId" clId="{17B4EB89-733B-49A0-A174-2FAE06603548}" dt="2025-12-30T01:50:15.007" v="1005" actId="1076"/>
          <ac:spMkLst>
            <pc:docMk/>
            <pc:sldMk cId="3526473273" sldId="274"/>
            <ac:spMk id="24" creationId="{6D901C95-034F-4058-A717-546CE46C1A63}"/>
          </ac:spMkLst>
        </pc:spChg>
        <pc:spChg chg="add del mod">
          <ac:chgData name="Abdulrahman Abdulkader" userId="4bb965dfac336135" providerId="LiveId" clId="{17B4EB89-733B-49A0-A174-2FAE06603548}" dt="2025-12-30T00:56:44.293" v="48" actId="478"/>
          <ac:spMkLst>
            <pc:docMk/>
            <pc:sldMk cId="3526473273" sldId="274"/>
            <ac:spMk id="25" creationId="{7F0B6149-5060-4473-A787-78A44933D586}"/>
          </ac:spMkLst>
        </pc:spChg>
        <pc:spChg chg="add mod topLvl">
          <ac:chgData name="Abdulrahman Abdulkader" userId="4bb965dfac336135" providerId="LiveId" clId="{17B4EB89-733B-49A0-A174-2FAE06603548}" dt="2025-12-30T01:36:48.151" v="897" actId="164"/>
          <ac:spMkLst>
            <pc:docMk/>
            <pc:sldMk cId="3526473273" sldId="274"/>
            <ac:spMk id="26" creationId="{7F40D552-AD16-495B-BA72-940861B643AF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27" creationId="{3C5BC636-C1B8-4156-AEF4-07112A3AB0B6}"/>
          </ac:spMkLst>
        </pc:spChg>
        <pc:spChg chg="add mod topLvl">
          <ac:chgData name="Abdulrahman Abdulkader" userId="4bb965dfac336135" providerId="LiveId" clId="{17B4EB89-733B-49A0-A174-2FAE06603548}" dt="2025-12-30T01:36:48.151" v="897" actId="164"/>
          <ac:spMkLst>
            <pc:docMk/>
            <pc:sldMk cId="3526473273" sldId="274"/>
            <ac:spMk id="28" creationId="{8E433DAE-0478-42F7-B7DA-3DC20B03D6A0}"/>
          </ac:spMkLst>
        </pc:spChg>
        <pc:spChg chg="mod topLvl">
          <ac:chgData name="Abdulrahman Abdulkader" userId="4bb965dfac336135" providerId="LiveId" clId="{17B4EB89-733B-49A0-A174-2FAE06603548}" dt="2025-12-30T01:44:08.414" v="950" actId="165"/>
          <ac:spMkLst>
            <pc:docMk/>
            <pc:sldMk cId="3526473273" sldId="274"/>
            <ac:spMk id="30" creationId="{2AF4D3A3-AD22-4644-8E90-B3F4D6C7B28A}"/>
          </ac:spMkLst>
        </pc:spChg>
        <pc:spChg chg="mod topLvl">
          <ac:chgData name="Abdulrahman Abdulkader" userId="4bb965dfac336135" providerId="LiveId" clId="{17B4EB89-733B-49A0-A174-2FAE06603548}" dt="2025-12-30T01:44:08.414" v="950" actId="165"/>
          <ac:spMkLst>
            <pc:docMk/>
            <pc:sldMk cId="3526473273" sldId="274"/>
            <ac:spMk id="31" creationId="{BC52CF15-6583-430F-AF4C-EC85430B2BEB}"/>
          </ac:spMkLst>
        </pc:spChg>
        <pc:spChg chg="mod topLvl">
          <ac:chgData name="Abdulrahman Abdulkader" userId="4bb965dfac336135" providerId="LiveId" clId="{17B4EB89-733B-49A0-A174-2FAE06603548}" dt="2025-12-30T01:44:08.414" v="950" actId="165"/>
          <ac:spMkLst>
            <pc:docMk/>
            <pc:sldMk cId="3526473273" sldId="274"/>
            <ac:spMk id="32" creationId="{2DB33911-1088-49E3-8E8D-8B5C6D04C1A1}"/>
          </ac:spMkLst>
        </pc:spChg>
        <pc:spChg chg="add mod topLvl">
          <ac:chgData name="Abdulrahman Abdulkader" userId="4bb965dfac336135" providerId="LiveId" clId="{17B4EB89-733B-49A0-A174-2FAE06603548}" dt="2025-12-30T01:49:21.247" v="1000" actId="207"/>
          <ac:spMkLst>
            <pc:docMk/>
            <pc:sldMk cId="3526473273" sldId="274"/>
            <ac:spMk id="33" creationId="{03EB25BF-A853-4290-A025-C27D0D98525B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42" creationId="{8654ED7A-6A8D-41FB-B742-A23F0EDE911F}"/>
          </ac:spMkLst>
        </pc:spChg>
        <pc:spChg chg="del mod topLvl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45" creationId="{DD6D15E0-192C-47B4-A56E-DFF8B5F68C3F}"/>
          </ac:spMkLst>
        </pc:spChg>
        <pc:spChg chg="add mod">
          <ac:chgData name="Abdulrahman Abdulkader" userId="4bb965dfac336135" providerId="LiveId" clId="{17B4EB89-733B-49A0-A174-2FAE06603548}" dt="2025-12-30T01:50:25.677" v="1006" actId="1076"/>
          <ac:spMkLst>
            <pc:docMk/>
            <pc:sldMk cId="3526473273" sldId="274"/>
            <ac:spMk id="46" creationId="{E575237A-681F-48B0-8D78-9A5B5D631791}"/>
          </ac:spMkLst>
        </pc:spChg>
        <pc:spChg chg="mod">
          <ac:chgData name="Abdulrahman Abdulkader" userId="4bb965dfac336135" providerId="LiveId" clId="{17B4EB89-733B-49A0-A174-2FAE06603548}" dt="2025-12-30T01:05:47.937" v="121"/>
          <ac:spMkLst>
            <pc:docMk/>
            <pc:sldMk cId="3526473273" sldId="274"/>
            <ac:spMk id="59" creationId="{92A0D2B2-B356-4817-A6BC-30B1277087CA}"/>
          </ac:spMkLst>
        </pc:spChg>
        <pc:spChg chg="mod">
          <ac:chgData name="Abdulrahman Abdulkader" userId="4bb965dfac336135" providerId="LiveId" clId="{17B4EB89-733B-49A0-A174-2FAE06603548}" dt="2025-12-30T01:05:47.937" v="121"/>
          <ac:spMkLst>
            <pc:docMk/>
            <pc:sldMk cId="3526473273" sldId="274"/>
            <ac:spMk id="60" creationId="{358A1771-A09F-465B-9065-B07D4B3F8AD5}"/>
          </ac:spMkLst>
        </pc:spChg>
        <pc:spChg chg="mod">
          <ac:chgData name="Abdulrahman Abdulkader" userId="4bb965dfac336135" providerId="LiveId" clId="{17B4EB89-733B-49A0-A174-2FAE06603548}" dt="2025-12-30T01:05:47.937" v="121"/>
          <ac:spMkLst>
            <pc:docMk/>
            <pc:sldMk cId="3526473273" sldId="274"/>
            <ac:spMk id="61" creationId="{A51BE8C2-B1EF-428F-BD0B-359B7E81319D}"/>
          </ac:spMkLst>
        </pc:spChg>
        <pc:spChg chg="mod">
          <ac:chgData name="Abdulrahman Abdulkader" userId="4bb965dfac336135" providerId="LiveId" clId="{17B4EB89-733B-49A0-A174-2FAE06603548}" dt="2025-12-30T01:05:48.101" v="122"/>
          <ac:spMkLst>
            <pc:docMk/>
            <pc:sldMk cId="3526473273" sldId="274"/>
            <ac:spMk id="63" creationId="{100370CD-CFC8-43FF-8F6C-0BD0FA7CDAA1}"/>
          </ac:spMkLst>
        </pc:spChg>
        <pc:spChg chg="mod">
          <ac:chgData name="Abdulrahman Abdulkader" userId="4bb965dfac336135" providerId="LiveId" clId="{17B4EB89-733B-49A0-A174-2FAE06603548}" dt="2025-12-30T01:05:48.101" v="122"/>
          <ac:spMkLst>
            <pc:docMk/>
            <pc:sldMk cId="3526473273" sldId="274"/>
            <ac:spMk id="64" creationId="{301764BD-55C6-48CB-85FB-CA702B42CED8}"/>
          </ac:spMkLst>
        </pc:spChg>
        <pc:spChg chg="mod">
          <ac:chgData name="Abdulrahman Abdulkader" userId="4bb965dfac336135" providerId="LiveId" clId="{17B4EB89-733B-49A0-A174-2FAE06603548}" dt="2025-12-30T01:05:48.101" v="122"/>
          <ac:spMkLst>
            <pc:docMk/>
            <pc:sldMk cId="3526473273" sldId="274"/>
            <ac:spMk id="65" creationId="{184D9ABE-B4DC-4394-8733-91B7A27CEC74}"/>
          </ac:spMkLst>
        </pc:spChg>
        <pc:spChg chg="mod">
          <ac:chgData name="Abdulrahman Abdulkader" userId="4bb965dfac336135" providerId="LiveId" clId="{17B4EB89-733B-49A0-A174-2FAE06603548}" dt="2025-12-30T01:06:03.688" v="126"/>
          <ac:spMkLst>
            <pc:docMk/>
            <pc:sldMk cId="3526473273" sldId="274"/>
            <ac:spMk id="67" creationId="{E7E149B4-63F8-4276-A8F8-73A30BC72903}"/>
          </ac:spMkLst>
        </pc:spChg>
        <pc:spChg chg="mod">
          <ac:chgData name="Abdulrahman Abdulkader" userId="4bb965dfac336135" providerId="LiveId" clId="{17B4EB89-733B-49A0-A174-2FAE06603548}" dt="2025-12-30T01:06:03.688" v="126"/>
          <ac:spMkLst>
            <pc:docMk/>
            <pc:sldMk cId="3526473273" sldId="274"/>
            <ac:spMk id="68" creationId="{E53E1E4F-33DD-4E97-AFB4-ED0DD50448D7}"/>
          </ac:spMkLst>
        </pc:spChg>
        <pc:spChg chg="mod">
          <ac:chgData name="Abdulrahman Abdulkader" userId="4bb965dfac336135" providerId="LiveId" clId="{17B4EB89-733B-49A0-A174-2FAE06603548}" dt="2025-12-30T01:06:03.688" v="126"/>
          <ac:spMkLst>
            <pc:docMk/>
            <pc:sldMk cId="3526473273" sldId="274"/>
            <ac:spMk id="69" creationId="{74F0A62C-8B27-43F6-80FC-4FBAF2F4791A}"/>
          </ac:spMkLst>
        </pc:spChg>
        <pc:spChg chg="add del mod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70" creationId="{72A44AA5-F05B-43D2-95AB-5342917E71A1}"/>
          </ac:spMkLst>
        </pc:spChg>
        <pc:spChg chg="add mod">
          <ac:chgData name="Abdulrahman Abdulkader" userId="4bb965dfac336135" providerId="LiveId" clId="{17B4EB89-733B-49A0-A174-2FAE06603548}" dt="2025-12-30T01:07:50.145" v="139" actId="571"/>
          <ac:spMkLst>
            <pc:docMk/>
            <pc:sldMk cId="3526473273" sldId="274"/>
            <ac:spMk id="78" creationId="{87C340DF-2790-454D-8435-E72C2F5AAE62}"/>
          </ac:spMkLst>
        </pc:spChg>
        <pc:spChg chg="add del mod">
          <ac:chgData name="Abdulrahman Abdulkader" userId="4bb965dfac336135" providerId="LiveId" clId="{17B4EB89-733B-49A0-A174-2FAE06603548}" dt="2025-12-30T01:08:00.907" v="141"/>
          <ac:spMkLst>
            <pc:docMk/>
            <pc:sldMk cId="3526473273" sldId="274"/>
            <ac:spMk id="79" creationId="{DADF5262-B7B6-4E66-9216-E3F01AE67450}"/>
          </ac:spMkLst>
        </pc:spChg>
        <pc:spChg chg="add del mod">
          <ac:chgData name="Abdulrahman Abdulkader" userId="4bb965dfac336135" providerId="LiveId" clId="{17B4EB89-733B-49A0-A174-2FAE06603548}" dt="2025-12-30T01:30:18.272" v="852" actId="478"/>
          <ac:spMkLst>
            <pc:docMk/>
            <pc:sldMk cId="3526473273" sldId="274"/>
            <ac:spMk id="99" creationId="{15C6590F-DF12-4C50-B592-8BEACF3F04E4}"/>
          </ac:spMkLst>
        </pc:spChg>
        <pc:spChg chg="mod">
          <ac:chgData name="Abdulrahman Abdulkader" userId="4bb965dfac336135" providerId="LiveId" clId="{17B4EB89-733B-49A0-A174-2FAE06603548}" dt="2025-12-30T01:14:15.849" v="203"/>
          <ac:spMkLst>
            <pc:docMk/>
            <pc:sldMk cId="3526473273" sldId="274"/>
            <ac:spMk id="104" creationId="{D0D491C2-28C0-45BA-947D-2D08E7253562}"/>
          </ac:spMkLst>
        </pc:spChg>
        <pc:spChg chg="mod">
          <ac:chgData name="Abdulrahman Abdulkader" userId="4bb965dfac336135" providerId="LiveId" clId="{17B4EB89-733B-49A0-A174-2FAE06603548}" dt="2025-12-30T01:14:15.849" v="203"/>
          <ac:spMkLst>
            <pc:docMk/>
            <pc:sldMk cId="3526473273" sldId="274"/>
            <ac:spMk id="105" creationId="{6DC74660-1E5E-40BA-9640-6D43A4B15EBE}"/>
          </ac:spMkLst>
        </pc:spChg>
        <pc:spChg chg="mod">
          <ac:chgData name="Abdulrahman Abdulkader" userId="4bb965dfac336135" providerId="LiveId" clId="{17B4EB89-733B-49A0-A174-2FAE06603548}" dt="2025-12-30T01:14:15.849" v="203"/>
          <ac:spMkLst>
            <pc:docMk/>
            <pc:sldMk cId="3526473273" sldId="274"/>
            <ac:spMk id="106" creationId="{A648609D-C0A9-45D8-BAC6-AF0928410D4B}"/>
          </ac:spMkLst>
        </pc:spChg>
        <pc:spChg chg="add del mod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07" creationId="{C9CDFB76-F21A-4522-A77F-654DBED163C5}"/>
          </ac:spMkLst>
        </pc:spChg>
        <pc:spChg chg="add del mod">
          <ac:chgData name="Abdulrahman Abdulkader" userId="4bb965dfac336135" providerId="LiveId" clId="{17B4EB89-733B-49A0-A174-2FAE06603548}" dt="2025-12-30T01:30:01.660" v="849" actId="478"/>
          <ac:spMkLst>
            <pc:docMk/>
            <pc:sldMk cId="3526473273" sldId="274"/>
            <ac:spMk id="141" creationId="{AB7EA028-006F-4F5E-A29A-C50E2D6C0C47}"/>
          </ac:spMkLst>
        </pc:spChg>
        <pc:spChg chg="add del mod">
          <ac:chgData name="Abdulrahman Abdulkader" userId="4bb965dfac336135" providerId="LiveId" clId="{17B4EB89-733B-49A0-A174-2FAE06603548}" dt="2025-12-30T01:31:39.620" v="855"/>
          <ac:spMkLst>
            <pc:docMk/>
            <pc:sldMk cId="3526473273" sldId="274"/>
            <ac:spMk id="142" creationId="{A8CD285E-5151-47BD-BC9D-E24EBBD04FBF}"/>
          </ac:spMkLst>
        </pc:spChg>
        <pc:spChg chg="add mod">
          <ac:chgData name="Abdulrahman Abdulkader" userId="4bb965dfac336135" providerId="LiveId" clId="{17B4EB89-733B-49A0-A174-2FAE06603548}" dt="2025-12-30T01:33:49.091" v="877" actId="1076"/>
          <ac:spMkLst>
            <pc:docMk/>
            <pc:sldMk cId="3526473273" sldId="274"/>
            <ac:spMk id="143" creationId="{F5BE898D-15F3-4C24-AACB-CF070C419CB3}"/>
          </ac:spMkLst>
        </pc:spChg>
        <pc:spChg chg="mod">
          <ac:chgData name="Abdulrahman Abdulkader" userId="4bb965dfac336135" providerId="LiveId" clId="{17B4EB89-733B-49A0-A174-2FAE06603548}" dt="2025-12-30T01:44:18.199" v="952"/>
          <ac:spMkLst>
            <pc:docMk/>
            <pc:sldMk cId="3526473273" sldId="274"/>
            <ac:spMk id="175" creationId="{CFBE7C77-C9F5-49D5-B992-9B106E2F92FD}"/>
          </ac:spMkLst>
        </pc:spChg>
        <pc:spChg chg="mod">
          <ac:chgData name="Abdulrahman Abdulkader" userId="4bb965dfac336135" providerId="LiveId" clId="{17B4EB89-733B-49A0-A174-2FAE06603548}" dt="2025-12-30T01:44:18.199" v="952"/>
          <ac:spMkLst>
            <pc:docMk/>
            <pc:sldMk cId="3526473273" sldId="274"/>
            <ac:spMk id="176" creationId="{4B741FE1-9B96-4063-9C0A-093E2BDF330D}"/>
          </ac:spMkLst>
        </pc:spChg>
        <pc:spChg chg="mod">
          <ac:chgData name="Abdulrahman Abdulkader" userId="4bb965dfac336135" providerId="LiveId" clId="{17B4EB89-733B-49A0-A174-2FAE06603548}" dt="2025-12-30T01:44:18.199" v="952"/>
          <ac:spMkLst>
            <pc:docMk/>
            <pc:sldMk cId="3526473273" sldId="274"/>
            <ac:spMk id="177" creationId="{A227B837-F4D7-4B45-9325-34B36829E029}"/>
          </ac:spMkLst>
        </pc:spChg>
        <pc:spChg chg="add mod">
          <ac:chgData name="Abdulrahman Abdulkader" userId="4bb965dfac336135" providerId="LiveId" clId="{17B4EB89-733B-49A0-A174-2FAE06603548}" dt="2025-12-30T01:55:24.468" v="1069" actId="164"/>
          <ac:spMkLst>
            <pc:docMk/>
            <pc:sldMk cId="3526473273" sldId="274"/>
            <ac:spMk id="226" creationId="{D2B73ADB-F84D-4875-AA6C-BAA2F8C66AED}"/>
          </ac:spMkLst>
        </pc:spChg>
        <pc:spChg chg="add mod">
          <ac:chgData name="Abdulrahman Abdulkader" userId="4bb965dfac336135" providerId="LiveId" clId="{17B4EB89-733B-49A0-A174-2FAE06603548}" dt="2025-12-30T01:56:15.371" v="1076" actId="164"/>
          <ac:spMkLst>
            <pc:docMk/>
            <pc:sldMk cId="3526473273" sldId="274"/>
            <ac:spMk id="227" creationId="{20607E94-F6A7-4B84-9203-6E7A022CCD45}"/>
          </ac:spMkLst>
        </pc:spChg>
        <pc:grpChg chg="add del mod">
          <ac:chgData name="Abdulrahman Abdulkader" userId="4bb965dfac336135" providerId="LiveId" clId="{17B4EB89-733B-49A0-A174-2FAE06603548}" dt="2025-12-30T00:52:59.414" v="26" actId="165"/>
          <ac:grpSpMkLst>
            <pc:docMk/>
            <pc:sldMk cId="3526473273" sldId="274"/>
            <ac:grpSpMk id="2" creationId="{7B181448-DEB6-4D44-A932-F02D47322DEC}"/>
          </ac:grpSpMkLst>
        </pc:grpChg>
        <pc:grpChg chg="add del mod">
          <ac:chgData name="Abdulrahman Abdulkader" userId="4bb965dfac336135" providerId="LiveId" clId="{17B4EB89-733B-49A0-A174-2FAE06603548}" dt="2025-12-30T01:36:07.195" v="891" actId="165"/>
          <ac:grpSpMkLst>
            <pc:docMk/>
            <pc:sldMk cId="3526473273" sldId="274"/>
            <ac:grpSpMk id="5" creationId="{C2268CCD-E3C2-4115-B7FC-B8592E308AD1}"/>
          </ac:grpSpMkLst>
        </pc:grpChg>
        <pc:grpChg chg="add del mod topLvl">
          <ac:chgData name="Abdulrahman Abdulkader" userId="4bb965dfac336135" providerId="LiveId" clId="{17B4EB89-733B-49A0-A174-2FAE06603548}" dt="2025-12-30T01:39:35.827" v="914" actId="165"/>
          <ac:grpSpMkLst>
            <pc:docMk/>
            <pc:sldMk cId="3526473273" sldId="274"/>
            <ac:grpSpMk id="29" creationId="{FBD2C315-D399-48F2-A932-521415A96EA3}"/>
          </ac:grpSpMkLst>
        </pc:grpChg>
        <pc:grpChg chg="add del mod">
          <ac:chgData name="Abdulrahman Abdulkader" userId="4bb965dfac336135" providerId="LiveId" clId="{17B4EB89-733B-49A0-A174-2FAE06603548}" dt="2025-12-30T01:05:55.266" v="125" actId="478"/>
          <ac:grpSpMkLst>
            <pc:docMk/>
            <pc:sldMk cId="3526473273" sldId="274"/>
            <ac:grpSpMk id="58" creationId="{A1C08B9A-AB56-4010-B7D1-A1460F0943E7}"/>
          </ac:grpSpMkLst>
        </pc:grpChg>
        <pc:grpChg chg="add del mod">
          <ac:chgData name="Abdulrahman Abdulkader" userId="4bb965dfac336135" providerId="LiveId" clId="{17B4EB89-733B-49A0-A174-2FAE06603548}" dt="2025-12-30T01:05:48.758" v="123"/>
          <ac:grpSpMkLst>
            <pc:docMk/>
            <pc:sldMk cId="3526473273" sldId="274"/>
            <ac:grpSpMk id="62" creationId="{CAA0ECF6-B6F6-40CF-AC2C-58E6FEE596AC}"/>
          </ac:grpSpMkLst>
        </pc:grpChg>
        <pc:grpChg chg="add del mod">
          <ac:chgData name="Abdulrahman Abdulkader" userId="4bb965dfac336135" providerId="LiveId" clId="{17B4EB89-733B-49A0-A174-2FAE06603548}" dt="2025-12-30T01:30:01.660" v="849" actId="478"/>
          <ac:grpSpMkLst>
            <pc:docMk/>
            <pc:sldMk cId="3526473273" sldId="274"/>
            <ac:grpSpMk id="66" creationId="{3184CAF2-94DF-403C-BAF5-DAD5BFE3E00C}"/>
          </ac:grpSpMkLst>
        </pc:grpChg>
        <pc:grpChg chg="add del mod">
          <ac:chgData name="Abdulrahman Abdulkader" userId="4bb965dfac336135" providerId="LiveId" clId="{17B4EB89-733B-49A0-A174-2FAE06603548}" dt="2025-12-30T01:30:01.660" v="849" actId="478"/>
          <ac:grpSpMkLst>
            <pc:docMk/>
            <pc:sldMk cId="3526473273" sldId="274"/>
            <ac:grpSpMk id="103" creationId="{DCBED3A9-7842-45C9-8456-07D43B01A1B0}"/>
          </ac:grpSpMkLst>
        </pc:grpChg>
        <pc:grpChg chg="add mod">
          <ac:chgData name="Abdulrahman Abdulkader" userId="4bb965dfac336135" providerId="LiveId" clId="{17B4EB89-733B-49A0-A174-2FAE06603548}" dt="2025-12-30T01:45:26.319" v="960" actId="1076"/>
          <ac:grpSpMkLst>
            <pc:docMk/>
            <pc:sldMk cId="3526473273" sldId="274"/>
            <ac:grpSpMk id="150" creationId="{5DD1F1B7-1891-48F2-B427-310B5AB599B7}"/>
          </ac:grpSpMkLst>
        </pc:grpChg>
        <pc:grpChg chg="add del mod">
          <ac:chgData name="Abdulrahman Abdulkader" userId="4bb965dfac336135" providerId="LiveId" clId="{17B4EB89-733B-49A0-A174-2FAE06603548}" dt="2025-12-30T01:39:15.328" v="912" actId="165"/>
          <ac:grpSpMkLst>
            <pc:docMk/>
            <pc:sldMk cId="3526473273" sldId="274"/>
            <ac:grpSpMk id="155" creationId="{C2CE9886-7809-4478-8275-0AE3DAE76C3D}"/>
          </ac:grpSpMkLst>
        </pc:grpChg>
        <pc:grpChg chg="add del mod topLvl">
          <ac:chgData name="Abdulrahman Abdulkader" userId="4bb965dfac336135" providerId="LiveId" clId="{17B4EB89-733B-49A0-A174-2FAE06603548}" dt="2025-12-30T01:44:11.775" v="951" actId="478"/>
          <ac:grpSpMkLst>
            <pc:docMk/>
            <pc:sldMk cId="3526473273" sldId="274"/>
            <ac:grpSpMk id="158" creationId="{4B53323C-5F1C-4DAC-8FDB-8A8C5B8CD8AA}"/>
          </ac:grpSpMkLst>
        </pc:grpChg>
        <pc:grpChg chg="add del mod">
          <ac:chgData name="Abdulrahman Abdulkader" userId="4bb965dfac336135" providerId="LiveId" clId="{17B4EB89-733B-49A0-A174-2FAE06603548}" dt="2025-12-30T01:44:08.414" v="950" actId="165"/>
          <ac:grpSpMkLst>
            <pc:docMk/>
            <pc:sldMk cId="3526473273" sldId="274"/>
            <ac:grpSpMk id="161" creationId="{90DBCDDF-6265-40EA-8B3D-7E91EB2D0564}"/>
          </ac:grpSpMkLst>
        </pc:grpChg>
        <pc:grpChg chg="add mod">
          <ac:chgData name="Abdulrahman Abdulkader" userId="4bb965dfac336135" providerId="LiveId" clId="{17B4EB89-733B-49A0-A174-2FAE06603548}" dt="2025-12-30T01:45:58.580" v="967" actId="164"/>
          <ac:grpSpMkLst>
            <pc:docMk/>
            <pc:sldMk cId="3526473273" sldId="274"/>
            <ac:grpSpMk id="174" creationId="{FC6BD72A-E91A-44EC-B929-6A2960CC760B}"/>
          </ac:grpSpMkLst>
        </pc:grpChg>
        <pc:grpChg chg="add mod">
          <ac:chgData name="Abdulrahman Abdulkader" userId="4bb965dfac336135" providerId="LiveId" clId="{17B4EB89-733B-49A0-A174-2FAE06603548}" dt="2025-12-30T01:48:46.595" v="998" actId="1076"/>
          <ac:grpSpMkLst>
            <pc:docMk/>
            <pc:sldMk cId="3526473273" sldId="274"/>
            <ac:grpSpMk id="189" creationId="{B0DD4489-CFDE-4AE7-8A44-4775EE44BFFF}"/>
          </ac:grpSpMkLst>
        </pc:grpChg>
        <pc:grpChg chg="add mod">
          <ac:chgData name="Abdulrahman Abdulkader" userId="4bb965dfac336135" providerId="LiveId" clId="{17B4EB89-733B-49A0-A174-2FAE06603548}" dt="2025-12-30T01:55:24.468" v="1069" actId="164"/>
          <ac:grpSpMkLst>
            <pc:docMk/>
            <pc:sldMk cId="3526473273" sldId="274"/>
            <ac:grpSpMk id="228" creationId="{B3232DF3-EAF8-4488-A3E8-70814FD20D94}"/>
          </ac:grpSpMkLst>
        </pc:grpChg>
        <pc:grpChg chg="add mod">
          <ac:chgData name="Abdulrahman Abdulkader" userId="4bb965dfac336135" providerId="LiveId" clId="{17B4EB89-733B-49A0-A174-2FAE06603548}" dt="2025-12-30T01:56:15.371" v="1076" actId="164"/>
          <ac:grpSpMkLst>
            <pc:docMk/>
            <pc:sldMk cId="3526473273" sldId="274"/>
            <ac:grpSpMk id="229" creationId="{C7D83BE7-BB1D-417A-B062-559B23C8F816}"/>
          </ac:grpSpMkLst>
        </pc:grpChg>
        <pc:picChg chg="del mod topLvl">
          <ac:chgData name="Abdulrahman Abdulkader" userId="4bb965dfac336135" providerId="LiveId" clId="{17B4EB89-733B-49A0-A174-2FAE06603548}" dt="2025-12-30T00:53:43.423" v="27" actId="478"/>
          <ac:picMkLst>
            <pc:docMk/>
            <pc:sldMk cId="3526473273" sldId="274"/>
            <ac:picMk id="3" creationId="{BFF48548-2995-4FFC-9DDF-919C90214B3E}"/>
          </ac:picMkLst>
        </pc:picChg>
        <pc:cxnChg chg="mod topLvl">
          <ac:chgData name="Abdulrahman Abdulkader" userId="4bb965dfac336135" providerId="LiveId" clId="{17B4EB89-733B-49A0-A174-2FAE06603548}" dt="2025-12-30T01:45:39.180" v="964" actId="1076"/>
          <ac:cxnSpMkLst>
            <pc:docMk/>
            <pc:sldMk cId="3526473273" sldId="274"/>
            <ac:cxnSpMk id="7" creationId="{F3A210F5-D567-46A7-B6FD-E221378AF162}"/>
          </ac:cxnSpMkLst>
        </pc:cxnChg>
        <pc:cxnChg chg="del mod topLvl">
          <ac:chgData name="Abdulrahman Abdulkader" userId="4bb965dfac336135" providerId="LiveId" clId="{17B4EB89-733B-49A0-A174-2FAE06603548}" dt="2025-12-30T01:01:29.813" v="79" actId="478"/>
          <ac:cxnSpMkLst>
            <pc:docMk/>
            <pc:sldMk cId="3526473273" sldId="274"/>
            <ac:cxnSpMk id="19" creationId="{1DF8DF9C-3A5C-40A2-8354-EDF0F342A382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20" creationId="{6CCA1FED-8E23-41F2-8D1C-E6CC975C00DF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21" creationId="{09106998-C138-4313-A1D7-C1C8160CC801}"/>
          </ac:cxnSpMkLst>
        </pc:cxnChg>
        <pc:cxnChg chg="add mod">
          <ac:chgData name="Abdulrahman Abdulkader" userId="4bb965dfac336135" providerId="LiveId" clId="{17B4EB89-733B-49A0-A174-2FAE06603548}" dt="2025-12-30T01:48:57.525" v="999" actId="1076"/>
          <ac:cxnSpMkLst>
            <pc:docMk/>
            <pc:sldMk cId="3526473273" sldId="274"/>
            <ac:cxnSpMk id="34" creationId="{E81A8999-9DEF-4A54-9561-EAA4B05CD737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39" creationId="{5D20FC71-C0BC-422C-9068-371831963FAC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41" creationId="{BB8DAA73-A847-4340-B178-E306C198869D}"/>
          </ac:cxnSpMkLst>
        </pc:cxnChg>
        <pc:cxnChg chg="del mod topLvl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47" creationId="{A6E8CAE9-D6E3-4428-BC5F-E2DCB63ECC11}"/>
          </ac:cxnSpMkLst>
        </pc:cxnChg>
        <pc:cxnChg chg="add mod">
          <ac:chgData name="Abdulrahman Abdulkader" userId="4bb965dfac336135" providerId="LiveId" clId="{17B4EB89-733B-49A0-A174-2FAE06603548}" dt="2025-12-30T01:55:24.468" v="1069" actId="164"/>
          <ac:cxnSpMkLst>
            <pc:docMk/>
            <pc:sldMk cId="3526473273" sldId="274"/>
            <ac:cxnSpMk id="48" creationId="{BD46DE76-5A63-4FE2-98D7-69556BC4619E}"/>
          </ac:cxnSpMkLst>
        </pc:cxnChg>
        <pc:cxnChg chg="del mod topLvl">
          <ac:chgData name="Abdulrahman Abdulkader" userId="4bb965dfac336135" providerId="LiveId" clId="{17B4EB89-733B-49A0-A174-2FAE06603548}" dt="2025-12-30T01:25:13.715" v="731" actId="478"/>
          <ac:cxnSpMkLst>
            <pc:docMk/>
            <pc:sldMk cId="3526473273" sldId="274"/>
            <ac:cxnSpMk id="51" creationId="{3115B506-4E62-4DDC-AD4D-8FE9FC828CF1}"/>
          </ac:cxnSpMkLst>
        </pc:cxnChg>
        <pc:cxnChg chg="add del mod topLvl">
          <ac:chgData name="Abdulrahman Abdulkader" userId="4bb965dfac336135" providerId="LiveId" clId="{17B4EB89-733B-49A0-A174-2FAE06603548}" dt="2025-12-30T01:02:12.583" v="91" actId="478"/>
          <ac:cxnSpMkLst>
            <pc:docMk/>
            <pc:sldMk cId="3526473273" sldId="274"/>
            <ac:cxnSpMk id="53" creationId="{49E4C8DC-8D3B-4053-9C36-13FF639539B3}"/>
          </ac:cxnSpMkLst>
        </pc:cxnChg>
        <pc:cxnChg chg="mod topLvl">
          <ac:chgData name="Abdulrahman Abdulkader" userId="4bb965dfac336135" providerId="LiveId" clId="{17B4EB89-733B-49A0-A174-2FAE06603548}" dt="2025-12-30T01:56:15.371" v="1076" actId="164"/>
          <ac:cxnSpMkLst>
            <pc:docMk/>
            <pc:sldMk cId="3526473273" sldId="274"/>
            <ac:cxnSpMk id="57" creationId="{0BE8B4EE-47F8-49BC-BABF-3FE799FBCCA4}"/>
          </ac:cxnSpMkLst>
        </pc:cxnChg>
        <pc:cxnChg chg="add del mod">
          <ac:chgData name="Abdulrahman Abdulkader" userId="4bb965dfac336135" providerId="LiveId" clId="{17B4EB89-733B-49A0-A174-2FAE06603548}" dt="2025-12-30T01:23:20.291" v="723" actId="478"/>
          <ac:cxnSpMkLst>
            <pc:docMk/>
            <pc:sldMk cId="3526473273" sldId="274"/>
            <ac:cxnSpMk id="125" creationId="{B09D84F3-C446-4056-A850-6F901077F4DB}"/>
          </ac:cxnSpMkLst>
        </pc:cxnChg>
        <pc:cxnChg chg="add del mod">
          <ac:chgData name="Abdulrahman Abdulkader" userId="4bb965dfac336135" providerId="LiveId" clId="{17B4EB89-733B-49A0-A174-2FAE06603548}" dt="2025-12-30T01:30:01.660" v="849" actId="478"/>
          <ac:cxnSpMkLst>
            <pc:docMk/>
            <pc:sldMk cId="3526473273" sldId="274"/>
            <ac:cxnSpMk id="133" creationId="{089F36CB-C82F-433E-ABCE-042E9EEC816D}"/>
          </ac:cxnSpMkLst>
        </pc:cxnChg>
      </pc:sldChg>
      <pc:sldChg chg="add del ord">
        <pc:chgData name="Abdulrahman Abdulkader" userId="4bb965dfac336135" providerId="LiveId" clId="{17B4EB89-733B-49A0-A174-2FAE06603548}" dt="2026-01-01T21:04:11.889" v="11480" actId="47"/>
        <pc:sldMkLst>
          <pc:docMk/>
          <pc:sldMk cId="1015947891" sldId="275"/>
        </pc:sldMkLst>
      </pc:sldChg>
      <pc:sldChg chg="add del ord">
        <pc:chgData name="Abdulrahman Abdulkader" userId="4bb965dfac336135" providerId="LiveId" clId="{17B4EB89-733B-49A0-A174-2FAE06603548}" dt="2025-12-30T03:39:33.507" v="3460" actId="2696"/>
        <pc:sldMkLst>
          <pc:docMk/>
          <pc:sldMk cId="1505068195" sldId="275"/>
        </pc:sldMkLst>
      </pc:sldChg>
      <pc:sldChg chg="add del">
        <pc:chgData name="Abdulrahman Abdulkader" userId="4bb965dfac336135" providerId="LiveId" clId="{17B4EB89-733B-49A0-A174-2FAE06603548}" dt="2026-01-01T20:31:30.011" v="11328" actId="2696"/>
        <pc:sldMkLst>
          <pc:docMk/>
          <pc:sldMk cId="327044946" sldId="276"/>
        </pc:sldMkLst>
      </pc:sldChg>
      <pc:sldChg chg="addSp delSp modSp add del mod delAnim modAnim">
        <pc:chgData name="Abdulrahman Abdulkader" userId="4bb965dfac336135" providerId="LiveId" clId="{17B4EB89-733B-49A0-A174-2FAE06603548}" dt="2025-12-30T03:39:33.507" v="3460" actId="2696"/>
        <pc:sldMkLst>
          <pc:docMk/>
          <pc:sldMk cId="2400519855" sldId="276"/>
        </pc:sldMkLst>
        <pc:spChg chg="del">
          <ac:chgData name="Abdulrahman Abdulkader" userId="4bb965dfac336135" providerId="LiveId" clId="{17B4EB89-733B-49A0-A174-2FAE06603548}" dt="2025-12-30T02:01:50.242" v="1096" actId="478"/>
          <ac:spMkLst>
            <pc:docMk/>
            <pc:sldMk cId="2400519855" sldId="276"/>
            <ac:spMk id="9" creationId="{52387CA1-757E-4CEB-A70E-B2B7D50D8EBC}"/>
          </ac:spMkLst>
        </pc:spChg>
        <pc:spChg chg="mod">
          <ac:chgData name="Abdulrahman Abdulkader" userId="4bb965dfac336135" providerId="LiveId" clId="{17B4EB89-733B-49A0-A174-2FAE06603548}" dt="2025-12-30T02:03:44.353" v="1111" actId="164"/>
          <ac:spMkLst>
            <pc:docMk/>
            <pc:sldMk cId="2400519855" sldId="276"/>
            <ac:spMk id="18" creationId="{2875D721-B569-43AF-8375-CAB5BF6E3050}"/>
          </ac:spMkLst>
        </pc:spChg>
        <pc:spChg chg="del">
          <ac:chgData name="Abdulrahman Abdulkader" userId="4bb965dfac336135" providerId="LiveId" clId="{17B4EB89-733B-49A0-A174-2FAE06603548}" dt="2025-12-30T02:01:50.242" v="1096" actId="478"/>
          <ac:spMkLst>
            <pc:docMk/>
            <pc:sldMk cId="2400519855" sldId="276"/>
            <ac:spMk id="24" creationId="{6D901C95-034F-4058-A717-546CE46C1A63}"/>
          </ac:spMkLst>
        </pc:spChg>
        <pc:spChg chg="mod topLvl">
          <ac:chgData name="Abdulrahman Abdulkader" userId="4bb965dfac336135" providerId="LiveId" clId="{17B4EB89-733B-49A0-A174-2FAE06603548}" dt="2025-12-30T02:07:26.217" v="1132" actId="207"/>
          <ac:spMkLst>
            <pc:docMk/>
            <pc:sldMk cId="2400519855" sldId="276"/>
            <ac:spMk id="33" creationId="{03EB25BF-A853-4290-A025-C27D0D98525B}"/>
          </ac:spMkLst>
        </pc:spChg>
        <pc:spChg chg="add mod">
          <ac:chgData name="Abdulrahman Abdulkader" userId="4bb965dfac336135" providerId="LiveId" clId="{17B4EB89-733B-49A0-A174-2FAE06603548}" dt="2025-12-30T02:05:11.869" v="1119" actId="14100"/>
          <ac:spMkLst>
            <pc:docMk/>
            <pc:sldMk cId="2400519855" sldId="276"/>
            <ac:spMk id="38" creationId="{87779D84-7035-4D0A-8F7B-18B4DF0B40C7}"/>
          </ac:spMkLst>
        </pc:spChg>
        <pc:spChg chg="del">
          <ac:chgData name="Abdulrahman Abdulkader" userId="4bb965dfac336135" providerId="LiveId" clId="{17B4EB89-733B-49A0-A174-2FAE06603548}" dt="2025-12-30T02:01:50.242" v="1096" actId="478"/>
          <ac:spMkLst>
            <pc:docMk/>
            <pc:sldMk cId="2400519855" sldId="276"/>
            <ac:spMk id="46" creationId="{E575237A-681F-48B0-8D78-9A5B5D631791}"/>
          </ac:spMkLst>
        </pc:spChg>
        <pc:spChg chg="mod">
          <ac:chgData name="Abdulrahman Abdulkader" userId="4bb965dfac336135" providerId="LiveId" clId="{17B4EB89-733B-49A0-A174-2FAE06603548}" dt="2025-12-30T02:10:39.335" v="1151" actId="1582"/>
          <ac:spMkLst>
            <pc:docMk/>
            <pc:sldMk cId="2400519855" sldId="276"/>
            <ac:spMk id="54" creationId="{83EB7AC1-3207-464F-BD71-AB2455C8CFA3}"/>
          </ac:spMkLst>
        </pc:spChg>
        <pc:spChg chg="mod">
          <ac:chgData name="Abdulrahman Abdulkader" userId="4bb965dfac336135" providerId="LiveId" clId="{17B4EB89-733B-49A0-A174-2FAE06603548}" dt="2025-12-30T02:10:39.335" v="1151" actId="1582"/>
          <ac:spMkLst>
            <pc:docMk/>
            <pc:sldMk cId="2400519855" sldId="276"/>
            <ac:spMk id="55" creationId="{C5BF7EEE-4305-45E2-B59B-6EDBC65B4812}"/>
          </ac:spMkLst>
        </pc:spChg>
        <pc:spChg chg="mod">
          <ac:chgData name="Abdulrahman Abdulkader" userId="4bb965dfac336135" providerId="LiveId" clId="{17B4EB89-733B-49A0-A174-2FAE06603548}" dt="2025-12-30T02:10:39.335" v="1151" actId="1582"/>
          <ac:spMkLst>
            <pc:docMk/>
            <pc:sldMk cId="2400519855" sldId="276"/>
            <ac:spMk id="56" creationId="{3FCB0342-D6DB-433C-B451-02036E3E4DD4}"/>
          </ac:spMkLst>
        </pc:spChg>
        <pc:spChg chg="mod">
          <ac:chgData name="Abdulrahman Abdulkader" userId="4bb965dfac336135" providerId="LiveId" clId="{17B4EB89-733B-49A0-A174-2FAE06603548}" dt="2025-12-30T02:09:19.656" v="1138"/>
          <ac:spMkLst>
            <pc:docMk/>
            <pc:sldMk cId="2400519855" sldId="276"/>
            <ac:spMk id="59" creationId="{B029E0B7-85A9-4D81-AD99-2A1507260D01}"/>
          </ac:spMkLst>
        </pc:spChg>
        <pc:spChg chg="mod">
          <ac:chgData name="Abdulrahman Abdulkader" userId="4bb965dfac336135" providerId="LiveId" clId="{17B4EB89-733B-49A0-A174-2FAE06603548}" dt="2025-12-30T02:09:19.656" v="1138"/>
          <ac:spMkLst>
            <pc:docMk/>
            <pc:sldMk cId="2400519855" sldId="276"/>
            <ac:spMk id="60" creationId="{BCD8F277-0AEE-40F6-8BDC-20489E18D13F}"/>
          </ac:spMkLst>
        </pc:spChg>
        <pc:spChg chg="mod">
          <ac:chgData name="Abdulrahman Abdulkader" userId="4bb965dfac336135" providerId="LiveId" clId="{17B4EB89-733B-49A0-A174-2FAE06603548}" dt="2025-12-30T02:09:19.656" v="1138"/>
          <ac:spMkLst>
            <pc:docMk/>
            <pc:sldMk cId="2400519855" sldId="276"/>
            <ac:spMk id="61" creationId="{5F486FBE-B197-4ADF-9E71-1DA2045702D4}"/>
          </ac:spMkLst>
        </pc:spChg>
        <pc:spChg chg="add mod">
          <ac:chgData name="Abdulrahman Abdulkader" userId="4bb965dfac336135" providerId="LiveId" clId="{17B4EB89-733B-49A0-A174-2FAE06603548}" dt="2025-12-30T02:10:56.537" v="1154" actId="1076"/>
          <ac:spMkLst>
            <pc:docMk/>
            <pc:sldMk cId="2400519855" sldId="276"/>
            <ac:spMk id="62" creationId="{6BDD1EBB-142D-41AC-A73D-07E54123CD4D}"/>
          </ac:spMkLst>
        </pc:spChg>
        <pc:spChg chg="mod">
          <ac:chgData name="Abdulrahman Abdulkader" userId="4bb965dfac336135" providerId="LiveId" clId="{17B4EB89-733B-49A0-A174-2FAE06603548}" dt="2025-12-30T02:04:34.387" v="1115" actId="20577"/>
          <ac:spMkLst>
            <pc:docMk/>
            <pc:sldMk cId="2400519855" sldId="276"/>
            <ac:spMk id="143" creationId="{F5BE898D-15F3-4C24-AACB-CF070C419CB3}"/>
          </ac:spMkLst>
        </pc:spChg>
        <pc:spChg chg="mod">
          <ac:chgData name="Abdulrahman Abdulkader" userId="4bb965dfac336135" providerId="LiveId" clId="{17B4EB89-733B-49A0-A174-2FAE06603548}" dt="2025-12-30T02:03:10.569" v="1106" actId="165"/>
          <ac:spMkLst>
            <pc:docMk/>
            <pc:sldMk cId="2400519855" sldId="276"/>
            <ac:spMk id="175" creationId="{CFBE7C77-C9F5-49D5-B992-9B106E2F92FD}"/>
          </ac:spMkLst>
        </pc:spChg>
        <pc:spChg chg="mod">
          <ac:chgData name="Abdulrahman Abdulkader" userId="4bb965dfac336135" providerId="LiveId" clId="{17B4EB89-733B-49A0-A174-2FAE06603548}" dt="2025-12-30T02:03:10.569" v="1106" actId="165"/>
          <ac:spMkLst>
            <pc:docMk/>
            <pc:sldMk cId="2400519855" sldId="276"/>
            <ac:spMk id="176" creationId="{4B741FE1-9B96-4063-9C0A-093E2BDF330D}"/>
          </ac:spMkLst>
        </pc:spChg>
        <pc:spChg chg="mod">
          <ac:chgData name="Abdulrahman Abdulkader" userId="4bb965dfac336135" providerId="LiveId" clId="{17B4EB89-733B-49A0-A174-2FAE06603548}" dt="2025-12-30T02:03:10.569" v="1106" actId="165"/>
          <ac:spMkLst>
            <pc:docMk/>
            <pc:sldMk cId="2400519855" sldId="276"/>
            <ac:spMk id="177" creationId="{A227B837-F4D7-4B45-9325-34B36829E029}"/>
          </ac:spMkLst>
        </pc:spChg>
        <pc:grpChg chg="add mod">
          <ac:chgData name="Abdulrahman Abdulkader" userId="4bb965dfac336135" providerId="LiveId" clId="{17B4EB89-733B-49A0-A174-2FAE06603548}" dt="2025-12-30T02:09:15.782" v="1137" actId="1076"/>
          <ac:grpSpMkLst>
            <pc:docMk/>
            <pc:sldMk cId="2400519855" sldId="276"/>
            <ac:grpSpMk id="16" creationId="{44C723E5-8034-46A0-A718-F5FEE64AD9DC}"/>
          </ac:grpSpMkLst>
        </pc:grpChg>
        <pc:grpChg chg="add mod">
          <ac:chgData name="Abdulrahman Abdulkader" userId="4bb965dfac336135" providerId="LiveId" clId="{17B4EB89-733B-49A0-A174-2FAE06603548}" dt="2025-12-30T02:10:13.587" v="1149" actId="1076"/>
          <ac:grpSpMkLst>
            <pc:docMk/>
            <pc:sldMk cId="2400519855" sldId="276"/>
            <ac:grpSpMk id="53" creationId="{A346938E-D135-4C7E-9431-A9D5CAD15321}"/>
          </ac:grpSpMkLst>
        </pc:grpChg>
        <pc:grpChg chg="add del mod">
          <ac:chgData name="Abdulrahman Abdulkader" userId="4bb965dfac336135" providerId="LiveId" clId="{17B4EB89-733B-49A0-A174-2FAE06603548}" dt="2025-12-30T02:09:20.231" v="1139"/>
          <ac:grpSpMkLst>
            <pc:docMk/>
            <pc:sldMk cId="2400519855" sldId="276"/>
            <ac:grpSpMk id="58" creationId="{ABE0A156-D325-4306-A17E-D7BC32F4AD29}"/>
          </ac:grpSpMkLst>
        </pc:grpChg>
        <pc:grpChg chg="del">
          <ac:chgData name="Abdulrahman Abdulkader" userId="4bb965dfac336135" providerId="LiveId" clId="{17B4EB89-733B-49A0-A174-2FAE06603548}" dt="2025-12-30T02:01:50.242" v="1096" actId="478"/>
          <ac:grpSpMkLst>
            <pc:docMk/>
            <pc:sldMk cId="2400519855" sldId="276"/>
            <ac:grpSpMk id="150" creationId="{5DD1F1B7-1891-48F2-B427-310B5AB599B7}"/>
          </ac:grpSpMkLst>
        </pc:grpChg>
        <pc:grpChg chg="mod topLvl">
          <ac:chgData name="Abdulrahman Abdulkader" userId="4bb965dfac336135" providerId="LiveId" clId="{17B4EB89-733B-49A0-A174-2FAE06603548}" dt="2025-12-30T02:03:44.353" v="1111" actId="164"/>
          <ac:grpSpMkLst>
            <pc:docMk/>
            <pc:sldMk cId="2400519855" sldId="276"/>
            <ac:grpSpMk id="174" creationId="{FC6BD72A-E91A-44EC-B929-6A2960CC760B}"/>
          </ac:grpSpMkLst>
        </pc:grpChg>
        <pc:grpChg chg="del mod">
          <ac:chgData name="Abdulrahman Abdulkader" userId="4bb965dfac336135" providerId="LiveId" clId="{17B4EB89-733B-49A0-A174-2FAE06603548}" dt="2025-12-30T02:03:10.569" v="1106" actId="165"/>
          <ac:grpSpMkLst>
            <pc:docMk/>
            <pc:sldMk cId="2400519855" sldId="276"/>
            <ac:grpSpMk id="189" creationId="{B0DD4489-CFDE-4AE7-8A44-4775EE44BFFF}"/>
          </ac:grpSpMkLst>
        </pc:grpChg>
        <pc:grpChg chg="del">
          <ac:chgData name="Abdulrahman Abdulkader" userId="4bb965dfac336135" providerId="LiveId" clId="{17B4EB89-733B-49A0-A174-2FAE06603548}" dt="2025-12-30T02:01:50.242" v="1096" actId="478"/>
          <ac:grpSpMkLst>
            <pc:docMk/>
            <pc:sldMk cId="2400519855" sldId="276"/>
            <ac:grpSpMk id="228" creationId="{B3232DF3-EAF8-4488-A3E8-70814FD20D94}"/>
          </ac:grpSpMkLst>
        </pc:grpChg>
        <pc:grpChg chg="del">
          <ac:chgData name="Abdulrahman Abdulkader" userId="4bb965dfac336135" providerId="LiveId" clId="{17B4EB89-733B-49A0-A174-2FAE06603548}" dt="2025-12-30T02:01:50.242" v="1096" actId="478"/>
          <ac:grpSpMkLst>
            <pc:docMk/>
            <pc:sldMk cId="2400519855" sldId="276"/>
            <ac:grpSpMk id="229" creationId="{C7D83BE7-BB1D-417A-B062-559B23C8F816}"/>
          </ac:grpSpMkLst>
        </pc:grpChg>
        <pc:cxnChg chg="del mod">
          <ac:chgData name="Abdulrahman Abdulkader" userId="4bb965dfac336135" providerId="LiveId" clId="{17B4EB89-733B-49A0-A174-2FAE06603548}" dt="2025-12-30T02:01:50.242" v="1096" actId="478"/>
          <ac:cxnSpMkLst>
            <pc:docMk/>
            <pc:sldMk cId="2400519855" sldId="276"/>
            <ac:cxnSpMk id="7" creationId="{F3A210F5-D567-46A7-B6FD-E221378AF162}"/>
          </ac:cxnSpMkLst>
        </pc:cxnChg>
        <pc:cxnChg chg="add del mod">
          <ac:chgData name="Abdulrahman Abdulkader" userId="4bb965dfac336135" providerId="LiveId" clId="{17B4EB89-733B-49A0-A174-2FAE06603548}" dt="2025-12-30T02:05:33.404" v="1123" actId="478"/>
          <ac:cxnSpMkLst>
            <pc:docMk/>
            <pc:sldMk cId="2400519855" sldId="276"/>
            <ac:cxnSpMk id="19" creationId="{7688CA30-284E-4432-AA9F-94158CC19000}"/>
          </ac:cxnSpMkLst>
        </pc:cxnChg>
        <pc:cxnChg chg="add mod">
          <ac:chgData name="Abdulrahman Abdulkader" userId="4bb965dfac336135" providerId="LiveId" clId="{17B4EB89-733B-49A0-A174-2FAE06603548}" dt="2025-12-30T02:09:15.782" v="1137" actId="1076"/>
          <ac:cxnSpMkLst>
            <pc:docMk/>
            <pc:sldMk cId="2400519855" sldId="276"/>
            <ac:cxnSpMk id="22" creationId="{C80BD361-16BD-405F-AF76-E6BF26FB6E16}"/>
          </ac:cxnSpMkLst>
        </pc:cxnChg>
        <pc:cxnChg chg="mod topLvl">
          <ac:chgData name="Abdulrahman Abdulkader" userId="4bb965dfac336135" providerId="LiveId" clId="{17B4EB89-733B-49A0-A174-2FAE06603548}" dt="2025-12-30T02:03:44.353" v="1111" actId="164"/>
          <ac:cxnSpMkLst>
            <pc:docMk/>
            <pc:sldMk cId="2400519855" sldId="276"/>
            <ac:cxnSpMk id="34" creationId="{E81A8999-9DEF-4A54-9561-EAA4B05CD737}"/>
          </ac:cxnSpMkLst>
        </pc:cxnChg>
        <pc:cxnChg chg="mod">
          <ac:chgData name="Abdulrahman Abdulkader" userId="4bb965dfac336135" providerId="LiveId" clId="{17B4EB89-733B-49A0-A174-2FAE06603548}" dt="2025-12-30T02:01:50.242" v="1096" actId="478"/>
          <ac:cxnSpMkLst>
            <pc:docMk/>
            <pc:sldMk cId="2400519855" sldId="276"/>
            <ac:cxnSpMk id="57" creationId="{0BE8B4EE-47F8-49BC-BABF-3FE799FBCCA4}"/>
          </ac:cxnSpMkLst>
        </pc:cxnChg>
        <pc:cxnChg chg="add mod">
          <ac:chgData name="Abdulrahman Abdulkader" userId="4bb965dfac336135" providerId="LiveId" clId="{17B4EB89-733B-49A0-A174-2FAE06603548}" dt="2025-12-30T02:10:56.537" v="1154" actId="1076"/>
          <ac:cxnSpMkLst>
            <pc:docMk/>
            <pc:sldMk cId="2400519855" sldId="276"/>
            <ac:cxnSpMk id="63" creationId="{4C557781-11BE-4778-A079-770D621EE5B2}"/>
          </ac:cxnSpMkLst>
        </pc:cxnChg>
        <pc:cxnChg chg="add mod">
          <ac:chgData name="Abdulrahman Abdulkader" userId="4bb965dfac336135" providerId="LiveId" clId="{17B4EB89-733B-49A0-A174-2FAE06603548}" dt="2025-12-30T02:14:02.891" v="1171" actId="208"/>
          <ac:cxnSpMkLst>
            <pc:docMk/>
            <pc:sldMk cId="2400519855" sldId="276"/>
            <ac:cxnSpMk id="79" creationId="{AAD875A6-CEFF-45BA-A887-F439F872F98D}"/>
          </ac:cxnSpMkLst>
        </pc:cxnChg>
        <pc:cxnChg chg="add mod">
          <ac:chgData name="Abdulrahman Abdulkader" userId="4bb965dfac336135" providerId="LiveId" clId="{17B4EB89-733B-49A0-A174-2FAE06603548}" dt="2025-12-30T02:14:11.411" v="1172" actId="14100"/>
          <ac:cxnSpMkLst>
            <pc:docMk/>
            <pc:sldMk cId="2400519855" sldId="276"/>
            <ac:cxnSpMk id="241" creationId="{09207A54-BE39-4953-A8EA-7C90BE6806FB}"/>
          </ac:cxnSpMkLst>
        </pc:cxnChg>
      </pc:sldChg>
      <pc:sldChg chg="add modAnim">
        <pc:chgData name="Abdulrahman Abdulkader" userId="4bb965dfac336135" providerId="LiveId" clId="{17B4EB89-733B-49A0-A174-2FAE06603548}" dt="2026-01-01T22:06:54.785" v="11988"/>
        <pc:sldMkLst>
          <pc:docMk/>
          <pc:sldMk cId="2858945851" sldId="277"/>
        </pc:sldMkLst>
      </pc:sldChg>
      <pc:sldChg chg="modSp add del mod">
        <pc:chgData name="Abdulrahman Abdulkader" userId="4bb965dfac336135" providerId="LiveId" clId="{17B4EB89-733B-49A0-A174-2FAE06603548}" dt="2025-12-30T20:06:53.288" v="3489" actId="2696"/>
        <pc:sldMkLst>
          <pc:docMk/>
          <pc:sldMk cId="3861939384" sldId="277"/>
        </pc:sldMkLst>
        <pc:spChg chg="mod">
          <ac:chgData name="Abdulrahman Abdulkader" userId="4bb965dfac336135" providerId="LiveId" clId="{17B4EB89-733B-49A0-A174-2FAE06603548}" dt="2025-12-30T03:40:52.975" v="3462" actId="1076"/>
          <ac:spMkLst>
            <pc:docMk/>
            <pc:sldMk cId="3861939384" sldId="277"/>
            <ac:spMk id="13" creationId="{00000000-0000-0000-0000-000000000000}"/>
          </ac:spMkLst>
        </pc:spChg>
        <pc:spChg chg="mod">
          <ac:chgData name="Abdulrahman Abdulkader" userId="4bb965dfac336135" providerId="LiveId" clId="{17B4EB89-733B-49A0-A174-2FAE06603548}" dt="2025-12-30T03:40:57.821" v="3463" actId="1076"/>
          <ac:spMkLst>
            <pc:docMk/>
            <pc:sldMk cId="3861939384" sldId="277"/>
            <ac:spMk id="14" creationId="{00000000-0000-0000-0000-000000000000}"/>
          </ac:spMkLst>
        </pc:spChg>
      </pc:sldChg>
      <pc:sldChg chg="addSp delSp modSp add del mod">
        <pc:chgData name="Abdulrahman Abdulkader" userId="4bb965dfac336135" providerId="LiveId" clId="{17B4EB89-733B-49A0-A174-2FAE06603548}" dt="2025-12-30T20:06:53.288" v="3489" actId="2696"/>
        <pc:sldMkLst>
          <pc:docMk/>
          <pc:sldMk cId="1602851208" sldId="278"/>
        </pc:sldMkLst>
        <pc:spChg chg="add mod">
          <ac:chgData name="Abdulrahman Abdulkader" userId="4bb965dfac336135" providerId="LiveId" clId="{17B4EB89-733B-49A0-A174-2FAE06603548}" dt="2025-12-30T03:41:22.278" v="3465" actId="207"/>
          <ac:spMkLst>
            <pc:docMk/>
            <pc:sldMk cId="1602851208" sldId="278"/>
            <ac:spMk id="4" creationId="{9FD30E96-8FAC-4342-9C7B-6553948F3F9E}"/>
          </ac:spMkLst>
        </pc:spChg>
        <pc:spChg chg="add mod">
          <ac:chgData name="Abdulrahman Abdulkader" userId="4bb965dfac336135" providerId="LiveId" clId="{17B4EB89-733B-49A0-A174-2FAE06603548}" dt="2025-12-30T03:41:33.693" v="3466" actId="207"/>
          <ac:spMkLst>
            <pc:docMk/>
            <pc:sldMk cId="1602851208" sldId="278"/>
            <ac:spMk id="5" creationId="{957637E5-950B-4B9F-8D91-70C15766A59C}"/>
          </ac:spMkLst>
        </pc:spChg>
        <pc:spChg chg="add del mod">
          <ac:chgData name="Abdulrahman Abdulkader" userId="4bb965dfac336135" providerId="LiveId" clId="{17B4EB89-733B-49A0-A174-2FAE06603548}" dt="2025-12-30T02:57:46.133" v="2513"/>
          <ac:spMkLst>
            <pc:docMk/>
            <pc:sldMk cId="1602851208" sldId="278"/>
            <ac:spMk id="6" creationId="{0ABB3356-E668-4DAA-8803-B5F1D9BA2358}"/>
          </ac:spMkLst>
        </pc:spChg>
        <pc:spChg chg="mod">
          <ac:chgData name="Abdulrahman Abdulkader" userId="4bb965dfac336135" providerId="LiveId" clId="{17B4EB89-733B-49A0-A174-2FAE06603548}" dt="2025-12-30T02:43:02.254" v="1945" actId="14100"/>
          <ac:spMkLst>
            <pc:docMk/>
            <pc:sldMk cId="1602851208" sldId="278"/>
            <ac:spMk id="13" creationId="{00000000-0000-0000-0000-000000000000}"/>
          </ac:spMkLst>
        </pc:spChg>
        <pc:spChg chg="mod">
          <ac:chgData name="Abdulrahman Abdulkader" userId="4bb965dfac336135" providerId="LiveId" clId="{17B4EB89-733B-49A0-A174-2FAE06603548}" dt="2025-12-30T03:04:26.340" v="2961" actId="1076"/>
          <ac:spMkLst>
            <pc:docMk/>
            <pc:sldMk cId="1602851208" sldId="278"/>
            <ac:spMk id="14" creationId="{00000000-0000-0000-0000-000000000000}"/>
          </ac:spMkLst>
        </pc:spChg>
      </pc:sldChg>
      <pc:sldChg chg="addSp modSp add mod modAnim">
        <pc:chgData name="Abdulrahman Abdulkader" userId="4bb965dfac336135" providerId="LiveId" clId="{17B4EB89-733B-49A0-A174-2FAE06603548}" dt="2026-01-01T22:07:15.661" v="11991"/>
        <pc:sldMkLst>
          <pc:docMk/>
          <pc:sldMk cId="2898079074" sldId="278"/>
        </pc:sldMkLst>
        <pc:spChg chg="add mod">
          <ac:chgData name="Abdulrahman Abdulkader" userId="4bb965dfac336135" providerId="LiveId" clId="{17B4EB89-733B-49A0-A174-2FAE06603548}" dt="2025-12-31T23:14:48.027" v="9427" actId="1076"/>
          <ac:spMkLst>
            <pc:docMk/>
            <pc:sldMk cId="2898079074" sldId="278"/>
            <ac:spMk id="6" creationId="{A8962E7B-09D5-4013-A171-07BE64CCF667}"/>
          </ac:spMkLst>
        </pc:spChg>
        <pc:spChg chg="mod">
          <ac:chgData name="Abdulrahman Abdulkader" userId="4bb965dfac336135" providerId="LiveId" clId="{17B4EB89-733B-49A0-A174-2FAE06603548}" dt="2025-12-31T23:15:05.806" v="9432" actId="1035"/>
          <ac:spMkLst>
            <pc:docMk/>
            <pc:sldMk cId="2898079074" sldId="278"/>
            <ac:spMk id="13" creationId="{00000000-0000-0000-0000-000000000000}"/>
          </ac:spMkLst>
        </pc:spChg>
      </pc:sldChg>
      <pc:sldChg chg="addSp delSp modSp add mod modTransition modAnim addCm delCm">
        <pc:chgData name="Abdulrahman Abdulkader" userId="4bb965dfac336135" providerId="LiveId" clId="{17B4EB89-733B-49A0-A174-2FAE06603548}" dt="2026-01-02T19:58:25.372" v="12645" actId="313"/>
        <pc:sldMkLst>
          <pc:docMk/>
          <pc:sldMk cId="29280398" sldId="279"/>
        </pc:sldMkLst>
        <pc:spChg chg="mod">
          <ac:chgData name="Abdulrahman Abdulkader" userId="4bb965dfac336135" providerId="LiveId" clId="{17B4EB89-733B-49A0-A174-2FAE06603548}" dt="2026-01-01T22:11:02.138" v="12015" actId="1076"/>
          <ac:spMkLst>
            <pc:docMk/>
            <pc:sldMk cId="29280398" sldId="279"/>
            <ac:spMk id="2" creationId="{21749C56-726B-427A-9B47-9448F5EDB375}"/>
          </ac:spMkLst>
        </pc:spChg>
        <pc:spChg chg="add 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12" creationId="{5365E655-81ED-458D-A383-5776025D0FDF}"/>
          </ac:spMkLst>
        </pc:spChg>
        <pc:spChg chg="add mod">
          <ac:chgData name="Abdulrahman Abdulkader" userId="4bb965dfac336135" providerId="LiveId" clId="{17B4EB89-733B-49A0-A174-2FAE06603548}" dt="2026-01-01T22:09:45.558" v="12007" actId="20577"/>
          <ac:spMkLst>
            <pc:docMk/>
            <pc:sldMk cId="29280398" sldId="279"/>
            <ac:spMk id="13" creationId="{CB266067-80E3-4E5F-B148-3BB31E082E49}"/>
          </ac:spMkLst>
        </pc:spChg>
        <pc:spChg chg="add mod">
          <ac:chgData name="Abdulrahman Abdulkader" userId="4bb965dfac336135" providerId="LiveId" clId="{17B4EB89-733B-49A0-A174-2FAE06603548}" dt="2026-01-01T22:10:11.187" v="12010" actId="1076"/>
          <ac:spMkLst>
            <pc:docMk/>
            <pc:sldMk cId="29280398" sldId="279"/>
            <ac:spMk id="18" creationId="{F58C3C74-1861-4C83-9F79-274688CFF541}"/>
          </ac:spMkLst>
        </pc:spChg>
        <pc:spChg chg="add mod">
          <ac:chgData name="Abdulrahman Abdulkader" userId="4bb965dfac336135" providerId="LiveId" clId="{17B4EB89-733B-49A0-A174-2FAE06603548}" dt="2026-01-01T22:11:24.179" v="12017" actId="1076"/>
          <ac:spMkLst>
            <pc:docMk/>
            <pc:sldMk cId="29280398" sldId="279"/>
            <ac:spMk id="19" creationId="{A878A248-C354-4907-87C1-8E77AD0A2B4D}"/>
          </ac:spMkLst>
        </pc:spChg>
        <pc:spChg chg="mod">
          <ac:chgData name="Abdulrahman Abdulkader" userId="4bb965dfac336135" providerId="LiveId" clId="{17B4EB89-733B-49A0-A174-2FAE06603548}" dt="2026-01-02T19:58:25.372" v="12645" actId="313"/>
          <ac:spMkLst>
            <pc:docMk/>
            <pc:sldMk cId="29280398" sldId="279"/>
            <ac:spMk id="30" creationId="{6797C42B-550B-48EE-BBED-0CD9E8FD3BC3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1" creationId="{956A9B15-E333-4906-9D01-F8510E32AA72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2" creationId="{71A06F4A-F04B-4E1D-BECE-CA82D1D6EED5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3" creationId="{7BD75B18-FACA-4988-94C7-7750C089A65D}"/>
          </ac:spMkLst>
        </pc:spChg>
        <pc:spChg chg="mod">
          <ac:chgData name="Abdulrahman Abdulkader" userId="4bb965dfac336135" providerId="LiveId" clId="{17B4EB89-733B-49A0-A174-2FAE06603548}" dt="2025-12-30T20:42:45.615" v="4581" actId="1076"/>
          <ac:spMkLst>
            <pc:docMk/>
            <pc:sldMk cId="29280398" sldId="279"/>
            <ac:spMk id="34" creationId="{C48033C8-8627-4D89-8259-55F69B93419B}"/>
          </ac:spMkLst>
        </pc:spChg>
        <pc:grpChg chg="mod">
          <ac:chgData name="Abdulrahman Abdulkader" userId="4bb965dfac336135" providerId="LiveId" clId="{17B4EB89-733B-49A0-A174-2FAE06603548}" dt="2025-12-30T20:58:25.963" v="4869" actId="1076"/>
          <ac:grpSpMkLst>
            <pc:docMk/>
            <pc:sldMk cId="29280398" sldId="279"/>
            <ac:grpSpMk id="29" creationId="{3A39D117-7766-4F79-B008-713A7FFDB7EC}"/>
          </ac:grpSpMkLst>
        </pc:grpChg>
        <pc:graphicFrameChg chg="mod modGraphic">
          <ac:chgData name="Abdulrahman Abdulkader" userId="4bb965dfac336135" providerId="LiveId" clId="{17B4EB89-733B-49A0-A174-2FAE06603548}" dt="2025-12-30T20:51:19.832" v="4820" actId="113"/>
          <ac:graphicFrameMkLst>
            <pc:docMk/>
            <pc:sldMk cId="29280398" sldId="279"/>
            <ac:graphicFrameMk id="4" creationId="{76E2726A-7AA5-4C77-9488-DF46648D8F97}"/>
          </ac:graphicFrameMkLst>
        </pc:graphicFrameChg>
        <pc:cxnChg chg="add del mod">
          <ac:chgData name="Abdulrahman Abdulkader" userId="4bb965dfac336135" providerId="LiveId" clId="{17B4EB89-733B-49A0-A174-2FAE06603548}" dt="2025-12-30T20:53:28.956" v="4823" actId="478"/>
          <ac:cxnSpMkLst>
            <pc:docMk/>
            <pc:sldMk cId="29280398" sldId="279"/>
            <ac:cxnSpMk id="5" creationId="{36AFDC0B-B347-41E3-9BFC-C420DD587421}"/>
          </ac:cxnSpMkLst>
        </pc:cxnChg>
        <pc:cxnChg chg="add mod">
          <ac:chgData name="Abdulrahman Abdulkader" userId="4bb965dfac336135" providerId="LiveId" clId="{17B4EB89-733B-49A0-A174-2FAE06603548}" dt="2025-12-30T21:48:11.242" v="6467" actId="14100"/>
          <ac:cxnSpMkLst>
            <pc:docMk/>
            <pc:sldMk cId="29280398" sldId="279"/>
            <ac:cxnSpMk id="9" creationId="{88DE4D9E-8C76-47DD-88A0-694C73A3BA85}"/>
          </ac:cxnSpMkLst>
        </pc:cxnChg>
        <pc:cxnChg chg="add mod">
          <ac:chgData name="Abdulrahman Abdulkader" userId="4bb965dfac336135" providerId="LiveId" clId="{17B4EB89-733B-49A0-A174-2FAE06603548}" dt="2025-12-30T21:48:15.984" v="6468" actId="14100"/>
          <ac:cxnSpMkLst>
            <pc:docMk/>
            <pc:sldMk cId="29280398" sldId="279"/>
            <ac:cxnSpMk id="28" creationId="{771DEADD-876F-4400-A871-15051FB71DD8}"/>
          </ac:cxnSpMkLst>
        </pc:cxnChg>
        <pc:cxnChg chg="add mod">
          <ac:chgData name="Abdulrahman Abdulkader" userId="4bb965dfac336135" providerId="LiveId" clId="{17B4EB89-733B-49A0-A174-2FAE06603548}" dt="2025-12-30T21:48:20.040" v="6469" actId="14100"/>
          <ac:cxnSpMkLst>
            <pc:docMk/>
            <pc:sldMk cId="29280398" sldId="279"/>
            <ac:cxnSpMk id="35" creationId="{6ED245C4-7CD1-4016-B40C-8A50674AACBC}"/>
          </ac:cxnSpMkLst>
        </pc:cxnChg>
        <pc:cxnChg chg="add mod">
          <ac:chgData name="Abdulrahman Abdulkader" userId="4bb965dfac336135" providerId="LiveId" clId="{17B4EB89-733B-49A0-A174-2FAE06603548}" dt="2025-12-30T21:03:22.941" v="4921" actId="14100"/>
          <ac:cxnSpMkLst>
            <pc:docMk/>
            <pc:sldMk cId="29280398" sldId="279"/>
            <ac:cxnSpMk id="37" creationId="{14D427AD-8E18-4921-A887-FE5D86A7B2D7}"/>
          </ac:cxnSpMkLst>
        </pc:cxnChg>
      </pc:sldChg>
      <pc:sldChg chg="addSp delSp modSp new del mod">
        <pc:chgData name="Abdulrahman Abdulkader" userId="4bb965dfac336135" providerId="LiveId" clId="{17B4EB89-733B-49A0-A174-2FAE06603548}" dt="2025-12-30T20:06:53.288" v="3489" actId="2696"/>
        <pc:sldMkLst>
          <pc:docMk/>
          <pc:sldMk cId="1462951826" sldId="279"/>
        </pc:sldMkLst>
        <pc:spChg chg="mod">
          <ac:chgData name="Abdulrahman Abdulkader" userId="4bb965dfac336135" providerId="LiveId" clId="{17B4EB89-733B-49A0-A174-2FAE06603548}" dt="2025-12-30T03:19:54.564" v="3248" actId="255"/>
          <ac:spMkLst>
            <pc:docMk/>
            <pc:sldMk cId="1462951826" sldId="279"/>
            <ac:spMk id="2" creationId="{21749C56-726B-427A-9B47-9448F5EDB375}"/>
          </ac:spMkLst>
        </pc:spChg>
        <pc:spChg chg="del">
          <ac:chgData name="Abdulrahman Abdulkader" userId="4bb965dfac336135" providerId="LiveId" clId="{17B4EB89-733B-49A0-A174-2FAE06603548}" dt="2025-12-30T03:10:03.140" v="3021" actId="1032"/>
          <ac:spMkLst>
            <pc:docMk/>
            <pc:sldMk cId="1462951826" sldId="279"/>
            <ac:spMk id="3" creationId="{861C20D1-5F70-4A5C-BE4B-1EF561DF563C}"/>
          </ac:spMkLst>
        </pc:spChg>
        <pc:spChg chg="add mod">
          <ac:chgData name="Abdulrahman Abdulkader" userId="4bb965dfac336135" providerId="LiveId" clId="{17B4EB89-733B-49A0-A174-2FAE06603548}" dt="2025-12-30T03:21:32.939" v="3272" actId="1076"/>
          <ac:spMkLst>
            <pc:docMk/>
            <pc:sldMk cId="1462951826" sldId="279"/>
            <ac:spMk id="30" creationId="{6797C42B-550B-48EE-BBED-0CD9E8FD3BC3}"/>
          </ac:spMkLst>
        </pc:spChg>
        <pc:spChg chg="add mod">
          <ac:chgData name="Abdulrahman Abdulkader" userId="4bb965dfac336135" providerId="LiveId" clId="{17B4EB89-733B-49A0-A174-2FAE06603548}" dt="2025-12-30T20:01:39.964" v="3468" actId="13926"/>
          <ac:spMkLst>
            <pc:docMk/>
            <pc:sldMk cId="1462951826" sldId="279"/>
            <ac:spMk id="31" creationId="{956A9B15-E333-4906-9D01-F8510E32AA72}"/>
          </ac:spMkLst>
        </pc:spChg>
        <pc:spChg chg="add mod">
          <ac:chgData name="Abdulrahman Abdulkader" userId="4bb965dfac336135" providerId="LiveId" clId="{17B4EB89-733B-49A0-A174-2FAE06603548}" dt="2025-12-30T03:25:15.010" v="3316" actId="207"/>
          <ac:spMkLst>
            <pc:docMk/>
            <pc:sldMk cId="1462951826" sldId="279"/>
            <ac:spMk id="32" creationId="{71A06F4A-F04B-4E1D-BECE-CA82D1D6EED5}"/>
          </ac:spMkLst>
        </pc:spChg>
        <pc:spChg chg="add mod">
          <ac:chgData name="Abdulrahman Abdulkader" userId="4bb965dfac336135" providerId="LiveId" clId="{17B4EB89-733B-49A0-A174-2FAE06603548}" dt="2025-12-30T03:26:24.590" v="3330" actId="1076"/>
          <ac:spMkLst>
            <pc:docMk/>
            <pc:sldMk cId="1462951826" sldId="279"/>
            <ac:spMk id="33" creationId="{7BD75B18-FACA-4988-94C7-7750C089A65D}"/>
          </ac:spMkLst>
        </pc:spChg>
        <pc:spChg chg="add mod">
          <ac:chgData name="Abdulrahman Abdulkader" userId="4bb965dfac336135" providerId="LiveId" clId="{17B4EB89-733B-49A0-A174-2FAE06603548}" dt="2025-12-30T03:26:12.311" v="3329" actId="113"/>
          <ac:spMkLst>
            <pc:docMk/>
            <pc:sldMk cId="1462951826" sldId="279"/>
            <ac:spMk id="34" creationId="{C48033C8-8627-4D89-8259-55F69B93419B}"/>
          </ac:spMkLst>
        </pc:spChg>
        <pc:grpChg chg="add mod">
          <ac:chgData name="Abdulrahman Abdulkader" userId="4bb965dfac336135" providerId="LiveId" clId="{17B4EB89-733B-49A0-A174-2FAE06603548}" dt="2025-12-30T03:18:58.126" v="3233" actId="1076"/>
          <ac:grpSpMkLst>
            <pc:docMk/>
            <pc:sldMk cId="1462951826" sldId="279"/>
            <ac:grpSpMk id="29" creationId="{3A39D117-7766-4F79-B008-713A7FFDB7EC}"/>
          </ac:grpSpMkLst>
        </pc:grpChg>
        <pc:graphicFrameChg chg="add mod modGraphic">
          <ac:chgData name="Abdulrahman Abdulkader" userId="4bb965dfac336135" providerId="LiveId" clId="{17B4EB89-733B-49A0-A174-2FAE06603548}" dt="2025-12-30T03:27:34.523" v="3336" actId="14100"/>
          <ac:graphicFrameMkLst>
            <pc:docMk/>
            <pc:sldMk cId="1462951826" sldId="279"/>
            <ac:graphicFrameMk id="4" creationId="{76E2726A-7AA5-4C77-9488-DF46648D8F97}"/>
          </ac:graphicFrameMkLst>
        </pc:graphicFrameChg>
        <pc:cxnChg chg="add mod">
          <ac:chgData name="Abdulrahman Abdulkader" userId="4bb965dfac336135" providerId="LiveId" clId="{17B4EB89-733B-49A0-A174-2FAE06603548}" dt="2025-12-30T03:16:52.557" v="3130" actId="208"/>
          <ac:cxnSpMkLst>
            <pc:docMk/>
            <pc:sldMk cId="1462951826" sldId="279"/>
            <ac:cxnSpMk id="6" creationId="{19BCF59F-C905-4C0F-92F8-EA6EEA630526}"/>
          </ac:cxnSpMkLst>
        </pc:cxnChg>
        <pc:cxnChg chg="add mod">
          <ac:chgData name="Abdulrahman Abdulkader" userId="4bb965dfac336135" providerId="LiveId" clId="{17B4EB89-733B-49A0-A174-2FAE06603548}" dt="2025-12-30T03:16:52.557" v="3130" actId="208"/>
          <ac:cxnSpMkLst>
            <pc:docMk/>
            <pc:sldMk cId="1462951826" sldId="279"/>
            <ac:cxnSpMk id="14" creationId="{E8E1C693-BFB4-4B14-8A63-05A37E14B9CA}"/>
          </ac:cxnSpMkLst>
        </pc:cxnChg>
      </pc:sldChg>
      <pc:sldChg chg="addSp delSp modSp new mod modAnim">
        <pc:chgData name="Abdulrahman Abdulkader" userId="4bb965dfac336135" providerId="LiveId" clId="{17B4EB89-733B-49A0-A174-2FAE06603548}" dt="2026-01-01T22:06:27.020" v="11985"/>
        <pc:sldMkLst>
          <pc:docMk/>
          <pc:sldMk cId="1952113485" sldId="280"/>
        </pc:sldMkLst>
        <pc:spChg chg="mod">
          <ac:chgData name="Abdulrahman Abdulkader" userId="4bb965dfac336135" providerId="LiveId" clId="{17B4EB89-733B-49A0-A174-2FAE06603548}" dt="2025-12-30T03:30:42.322" v="3407" actId="1076"/>
          <ac:spMkLst>
            <pc:docMk/>
            <pc:sldMk cId="1952113485" sldId="280"/>
            <ac:spMk id="2" creationId="{04249C66-2AC2-4BF0-9088-8005B84F0D6E}"/>
          </ac:spMkLst>
        </pc:spChg>
        <pc:spChg chg="del mod">
          <ac:chgData name="Abdulrahman Abdulkader" userId="4bb965dfac336135" providerId="LiveId" clId="{17B4EB89-733B-49A0-A174-2FAE06603548}" dt="2025-12-30T03:29:46.240" v="3374" actId="478"/>
          <ac:spMkLst>
            <pc:docMk/>
            <pc:sldMk cId="1952113485" sldId="280"/>
            <ac:spMk id="3" creationId="{0DC78FD8-ED71-4E75-8A7A-0424395E06BA}"/>
          </ac:spMkLst>
        </pc:spChg>
        <pc:spChg chg="mod">
          <ac:chgData name="Abdulrahman Abdulkader" userId="4bb965dfac336135" providerId="LiveId" clId="{17B4EB89-733B-49A0-A174-2FAE06603548}" dt="2025-12-30T03:30:26.691" v="3405" actId="1076"/>
          <ac:spMkLst>
            <pc:docMk/>
            <pc:sldMk cId="1952113485" sldId="280"/>
            <ac:spMk id="5" creationId="{E63C4276-7E59-41C8-BF49-CA32F933A855}"/>
          </ac:spMkLst>
        </pc:spChg>
        <pc:spChg chg="mod">
          <ac:chgData name="Abdulrahman Abdulkader" userId="4bb965dfac336135" providerId="LiveId" clId="{17B4EB89-733B-49A0-A174-2FAE06603548}" dt="2025-12-30T03:30:07.664" v="3394" actId="20577"/>
          <ac:spMkLst>
            <pc:docMk/>
            <pc:sldMk cId="1952113485" sldId="280"/>
            <ac:spMk id="8" creationId="{4F62689C-994D-4776-BD63-210BC048CF9D}"/>
          </ac:spMkLst>
        </pc:spChg>
        <pc:spChg chg="mod">
          <ac:chgData name="Abdulrahman Abdulkader" userId="4bb965dfac336135" providerId="LiveId" clId="{17B4EB89-733B-49A0-A174-2FAE06603548}" dt="2025-12-30T03:30:11.550" v="3397" actId="20577"/>
          <ac:spMkLst>
            <pc:docMk/>
            <pc:sldMk cId="1952113485" sldId="280"/>
            <ac:spMk id="9" creationId="{FBD49364-BF81-42B3-AA54-D230044BBC32}"/>
          </ac:spMkLst>
        </pc:spChg>
        <pc:spChg chg="mod">
          <ac:chgData name="Abdulrahman Abdulkader" userId="4bb965dfac336135" providerId="LiveId" clId="{17B4EB89-733B-49A0-A174-2FAE06603548}" dt="2025-12-30T03:30:16.179" v="3401" actId="20577"/>
          <ac:spMkLst>
            <pc:docMk/>
            <pc:sldMk cId="1952113485" sldId="280"/>
            <ac:spMk id="10" creationId="{D8C2AE9F-EAC6-4E82-9946-D7E6A193970B}"/>
          </ac:spMkLst>
        </pc:spChg>
        <pc:spChg chg="add mod">
          <ac:chgData name="Abdulrahman Abdulkader" userId="4bb965dfac336135" providerId="LiveId" clId="{17B4EB89-733B-49A0-A174-2FAE06603548}" dt="2025-12-30T03:36:29.936" v="3455" actId="1076"/>
          <ac:spMkLst>
            <pc:docMk/>
            <pc:sldMk cId="1952113485" sldId="280"/>
            <ac:spMk id="11" creationId="{C11E6A19-AA22-4DC3-A199-DB5050E0A4E1}"/>
          </ac:spMkLst>
        </pc:spChg>
        <pc:grpChg chg="add mod">
          <ac:chgData name="Abdulrahman Abdulkader" userId="4bb965dfac336135" providerId="LiveId" clId="{17B4EB89-733B-49A0-A174-2FAE06603548}" dt="2025-12-30T03:30:58.216" v="3409" actId="1076"/>
          <ac:grpSpMkLst>
            <pc:docMk/>
            <pc:sldMk cId="1952113485" sldId="280"/>
            <ac:grpSpMk id="4" creationId="{DB8013EB-BC9E-4F7F-BB21-08F0BF9F8B7E}"/>
          </ac:grpSpMkLst>
        </pc:grpChg>
        <pc:grpChg chg="mod">
          <ac:chgData name="Abdulrahman Abdulkader" userId="4bb965dfac336135" providerId="LiveId" clId="{17B4EB89-733B-49A0-A174-2FAE06603548}" dt="2025-12-30T03:29:41.035" v="3373"/>
          <ac:grpSpMkLst>
            <pc:docMk/>
            <pc:sldMk cId="1952113485" sldId="280"/>
            <ac:grpSpMk id="7" creationId="{2616C2A5-E668-4AB5-B390-B382C0636CEC}"/>
          </ac:grpSpMkLst>
        </pc:grpChg>
        <pc:cxnChg chg="mod">
          <ac:chgData name="Abdulrahman Abdulkader" userId="4bb965dfac336135" providerId="LiveId" clId="{17B4EB89-733B-49A0-A174-2FAE06603548}" dt="2025-12-30T03:36:29.936" v="3455" actId="1076"/>
          <ac:cxnSpMkLst>
            <pc:docMk/>
            <pc:sldMk cId="1952113485" sldId="280"/>
            <ac:cxnSpMk id="6" creationId="{96AE5C3B-6E39-428B-A748-11A42D2334B1}"/>
          </ac:cxnSpMkLst>
        </pc:cxnChg>
        <pc:cxnChg chg="add mod">
          <ac:chgData name="Abdulrahman Abdulkader" userId="4bb965dfac336135" providerId="LiveId" clId="{17B4EB89-733B-49A0-A174-2FAE06603548}" dt="2025-12-30T03:36:21.274" v="3453" actId="14100"/>
          <ac:cxnSpMkLst>
            <pc:docMk/>
            <pc:sldMk cId="1952113485" sldId="280"/>
            <ac:cxnSpMk id="14" creationId="{4AAFFB3A-7AFB-4ADE-850E-41A149142E4D}"/>
          </ac:cxnSpMkLst>
        </pc:cxnChg>
        <pc:cxnChg chg="add mod">
          <ac:chgData name="Abdulrahman Abdulkader" userId="4bb965dfac336135" providerId="LiveId" clId="{17B4EB89-733B-49A0-A174-2FAE06603548}" dt="2025-12-30T03:36:16.368" v="3452" actId="14100"/>
          <ac:cxnSpMkLst>
            <pc:docMk/>
            <pc:sldMk cId="1952113485" sldId="280"/>
            <ac:cxnSpMk id="19" creationId="{23C15D7B-6AE9-4C5A-BCD1-A7B062486532}"/>
          </ac:cxnSpMkLst>
        </pc:cxnChg>
      </pc:sldChg>
      <pc:sldChg chg="addSp delSp modSp add mod modAnim">
        <pc:chgData name="Abdulrahman Abdulkader" userId="4bb965dfac336135" providerId="LiveId" clId="{17B4EB89-733B-49A0-A174-2FAE06603548}" dt="2026-01-02T00:35:00.272" v="12516" actId="20577"/>
        <pc:sldMkLst>
          <pc:docMk/>
          <pc:sldMk cId="1804399256" sldId="281"/>
        </pc:sldMkLst>
        <pc:spChg chg="mod">
          <ac:chgData name="Abdulrahman Abdulkader" userId="4bb965dfac336135" providerId="LiveId" clId="{17B4EB89-733B-49A0-A174-2FAE06603548}" dt="2025-12-31T23:11:34.481" v="9399" actId="255"/>
          <ac:spMkLst>
            <pc:docMk/>
            <pc:sldMk cId="1804399256" sldId="281"/>
            <ac:spMk id="2" creationId="{21749C56-726B-427A-9B47-9448F5EDB375}"/>
          </ac:spMkLst>
        </pc:spChg>
        <pc:spChg chg="add del mod">
          <ac:chgData name="Abdulrahman Abdulkader" userId="4bb965dfac336135" providerId="LiveId" clId="{17B4EB89-733B-49A0-A174-2FAE06603548}" dt="2025-12-30T20:08:01.005" v="3514" actId="478"/>
          <ac:spMkLst>
            <pc:docMk/>
            <pc:sldMk cId="1804399256" sldId="281"/>
            <ac:spMk id="5" creationId="{17743C9D-8E16-4912-8DE5-092E0D6A9080}"/>
          </ac:spMkLst>
        </pc:spChg>
        <pc:spChg chg="add mod">
          <ac:chgData name="Abdulrahman Abdulkader" userId="4bb965dfac336135" providerId="LiveId" clId="{17B4EB89-733B-49A0-A174-2FAE06603548}" dt="2026-01-02T00:35:00.272" v="12516" actId="20577"/>
          <ac:spMkLst>
            <pc:docMk/>
            <pc:sldMk cId="1804399256" sldId="281"/>
            <ac:spMk id="15" creationId="{162075BE-24DD-4304-9B7D-843DB398F18F}"/>
          </ac:spMkLst>
        </pc:spChg>
        <pc:spChg chg="del">
          <ac:chgData name="Abdulrahman Abdulkader" userId="4bb965dfac336135" providerId="LiveId" clId="{17B4EB89-733B-49A0-A174-2FAE06603548}" dt="2025-12-30T20:07:55.922" v="3513" actId="478"/>
          <ac:spMkLst>
            <pc:docMk/>
            <pc:sldMk cId="1804399256" sldId="281"/>
            <ac:spMk id="30" creationId="{6797C42B-550B-48EE-BBED-0CD9E8FD3BC3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1" creationId="{956A9B15-E333-4906-9D01-F8510E32AA72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2" creationId="{71A06F4A-F04B-4E1D-BECE-CA82D1D6EED5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3" creationId="{7BD75B18-FACA-4988-94C7-7750C089A65D}"/>
          </ac:spMkLst>
        </pc:spChg>
        <pc:spChg chg="del">
          <ac:chgData name="Abdulrahman Abdulkader" userId="4bb965dfac336135" providerId="LiveId" clId="{17B4EB89-733B-49A0-A174-2FAE06603548}" dt="2025-12-30T20:07:53.082" v="3512" actId="478"/>
          <ac:spMkLst>
            <pc:docMk/>
            <pc:sldMk cId="1804399256" sldId="281"/>
            <ac:spMk id="34" creationId="{C48033C8-8627-4D89-8259-55F69B93419B}"/>
          </ac:spMkLst>
        </pc:spChg>
        <pc:grpChg chg="del">
          <ac:chgData name="Abdulrahman Abdulkader" userId="4bb965dfac336135" providerId="LiveId" clId="{17B4EB89-733B-49A0-A174-2FAE06603548}" dt="2025-12-30T20:07:53.082" v="3512" actId="478"/>
          <ac:grpSpMkLst>
            <pc:docMk/>
            <pc:sldMk cId="1804399256" sldId="281"/>
            <ac:grpSpMk id="29" creationId="{3A39D117-7766-4F79-B008-713A7FFDB7EC}"/>
          </ac:grpSpMkLst>
        </pc:grpChg>
        <pc:graphicFrameChg chg="del">
          <ac:chgData name="Abdulrahman Abdulkader" userId="4bb965dfac336135" providerId="LiveId" clId="{17B4EB89-733B-49A0-A174-2FAE06603548}" dt="2025-12-30T20:07:53.082" v="3512" actId="478"/>
          <ac:graphicFrameMkLst>
            <pc:docMk/>
            <pc:sldMk cId="1804399256" sldId="281"/>
            <ac:graphicFrameMk id="4" creationId="{76E2726A-7AA5-4C77-9488-DF46648D8F97}"/>
          </ac:graphicFrameMkLst>
        </pc:graphicFrameChg>
      </pc:sldChg>
      <pc:sldChg chg="new del">
        <pc:chgData name="Abdulrahman Abdulkader" userId="4bb965dfac336135" providerId="LiveId" clId="{17B4EB89-733B-49A0-A174-2FAE06603548}" dt="2025-12-30T20:07:23.228" v="3492" actId="680"/>
        <pc:sldMkLst>
          <pc:docMk/>
          <pc:sldMk cId="1859634467" sldId="281"/>
        </pc:sldMkLst>
      </pc:sldChg>
      <pc:sldChg chg="modSp new del mod">
        <pc:chgData name="Abdulrahman Abdulkader" userId="4bb965dfac336135" providerId="LiveId" clId="{17B4EB89-733B-49A0-A174-2FAE06603548}" dt="2025-12-31T19:48:23.907" v="6586" actId="47"/>
        <pc:sldMkLst>
          <pc:docMk/>
          <pc:sldMk cId="2190031779" sldId="282"/>
        </pc:sldMkLst>
        <pc:spChg chg="mod">
          <ac:chgData name="Abdulrahman Abdulkader" userId="4bb965dfac336135" providerId="LiveId" clId="{17B4EB89-733B-49A0-A174-2FAE06603548}" dt="2025-12-31T19:44:32.885" v="6585" actId="20577"/>
          <ac:spMkLst>
            <pc:docMk/>
            <pc:sldMk cId="2190031779" sldId="282"/>
            <ac:spMk id="2" creationId="{DFB447B1-1546-4C48-B80E-A6A88D9B3DAB}"/>
          </ac:spMkLst>
        </pc:spChg>
      </pc:sldChg>
      <pc:sldChg chg="addSp delSp modSp add mod modAnim">
        <pc:chgData name="Abdulrahman Abdulkader" userId="4bb965dfac336135" providerId="LiveId" clId="{17B4EB89-733B-49A0-A174-2FAE06603548}" dt="2026-01-02T00:34:43.965" v="12509" actId="20577"/>
        <pc:sldMkLst>
          <pc:docMk/>
          <pc:sldMk cId="3614487909" sldId="282"/>
        </pc:sldMkLst>
        <pc:spChg chg="mod">
          <ac:chgData name="Abdulrahman Abdulkader" userId="4bb965dfac336135" providerId="LiveId" clId="{17B4EB89-733B-49A0-A174-2FAE06603548}" dt="2025-12-31T23:13:10.009" v="9412" actId="1076"/>
          <ac:spMkLst>
            <pc:docMk/>
            <pc:sldMk cId="3614487909" sldId="282"/>
            <ac:spMk id="2" creationId="{21749C56-726B-427A-9B47-9448F5EDB375}"/>
          </ac:spMkLst>
        </pc:spChg>
        <pc:spChg chg="mod">
          <ac:chgData name="Abdulrahman Abdulkader" userId="4bb965dfac336135" providerId="LiveId" clId="{17B4EB89-733B-49A0-A174-2FAE06603548}" dt="2026-01-02T00:34:43.965" v="12509" actId="20577"/>
          <ac:spMkLst>
            <pc:docMk/>
            <pc:sldMk cId="3614487909" sldId="282"/>
            <ac:spMk id="15" creationId="{162075BE-24DD-4304-9B7D-843DB398F18F}"/>
          </ac:spMkLst>
        </pc:spChg>
        <pc:picChg chg="add del mod">
          <ac:chgData name="Abdulrahman Abdulkader" userId="4bb965dfac336135" providerId="LiveId" clId="{17B4EB89-733B-49A0-A174-2FAE06603548}" dt="2025-12-31T20:40:32.186" v="7857" actId="478"/>
          <ac:picMkLst>
            <pc:docMk/>
            <pc:sldMk cId="3614487909" sldId="282"/>
            <ac:picMk id="4" creationId="{E5054D8C-BF95-4192-BC8C-18A2B70D5144}"/>
          </ac:picMkLst>
        </pc:picChg>
        <pc:picChg chg="add del mod">
          <ac:chgData name="Abdulrahman Abdulkader" userId="4bb965dfac336135" providerId="LiveId" clId="{17B4EB89-733B-49A0-A174-2FAE06603548}" dt="2025-12-31T20:40:35.078" v="7858" actId="478"/>
          <ac:picMkLst>
            <pc:docMk/>
            <pc:sldMk cId="3614487909" sldId="282"/>
            <ac:picMk id="6" creationId="{255ADFB2-2D06-4723-8509-BD17C3AFE0BC}"/>
          </ac:picMkLst>
        </pc:picChg>
        <pc:picChg chg="add mod">
          <ac:chgData name="Abdulrahman Abdulkader" userId="4bb965dfac336135" providerId="LiveId" clId="{17B4EB89-733B-49A0-A174-2FAE06603548}" dt="2025-12-31T23:12:55.589" v="9410" actId="1076"/>
          <ac:picMkLst>
            <pc:docMk/>
            <pc:sldMk cId="3614487909" sldId="282"/>
            <ac:picMk id="8" creationId="{F1D83FFA-B688-4AD6-BB24-8D2B4AA41043}"/>
          </ac:picMkLst>
        </pc:picChg>
      </pc:sldChg>
      <pc:sldChg chg="addSp delSp modSp add mod modTransition delAnim modAnim">
        <pc:chgData name="Abdulrahman Abdulkader" userId="4bb965dfac336135" providerId="LiveId" clId="{17B4EB89-733B-49A0-A174-2FAE06603548}" dt="2026-01-02T00:47:30.984" v="12600"/>
        <pc:sldMkLst>
          <pc:docMk/>
          <pc:sldMk cId="2639915679" sldId="283"/>
        </pc:sldMkLst>
        <pc:spChg chg="add mod">
          <ac:chgData name="Abdulrahman Abdulkader" userId="4bb965dfac336135" providerId="LiveId" clId="{17B4EB89-733B-49A0-A174-2FAE06603548}" dt="2026-01-01T18:27:06.059" v="11001" actId="207"/>
          <ac:spMkLst>
            <pc:docMk/>
            <pc:sldMk cId="2639915679" sldId="283"/>
            <ac:spMk id="4" creationId="{451E6373-3A41-4FA5-8689-B412E2F093B0}"/>
          </ac:spMkLst>
        </pc:spChg>
        <pc:spChg chg="mod">
          <ac:chgData name="Abdulrahman Abdulkader" userId="4bb965dfac336135" providerId="LiveId" clId="{17B4EB89-733B-49A0-A174-2FAE06603548}" dt="2026-01-01T18:14:40.261" v="10850" actId="207"/>
          <ac:spMkLst>
            <pc:docMk/>
            <pc:sldMk cId="2639915679" sldId="283"/>
            <ac:spMk id="9" creationId="{52387CA1-757E-4CEB-A70E-B2B7D50D8EBC}"/>
          </ac:spMkLst>
        </pc:spChg>
        <pc:spChg chg="add mod">
          <ac:chgData name="Abdulrahman Abdulkader" userId="4bb965dfac336135" providerId="LiveId" clId="{17B4EB89-733B-49A0-A174-2FAE06603548}" dt="2026-01-01T18:25:55.251" v="10995" actId="1076"/>
          <ac:spMkLst>
            <pc:docMk/>
            <pc:sldMk cId="2639915679" sldId="283"/>
            <ac:spMk id="10" creationId="{C866E94A-0724-4A1D-885B-BC854CC88D68}"/>
          </ac:spMkLst>
        </pc:spChg>
        <pc:spChg chg="add mod">
          <ac:chgData name="Abdulrahman Abdulkader" userId="4bb965dfac336135" providerId="LiveId" clId="{17B4EB89-733B-49A0-A174-2FAE06603548}" dt="2026-01-01T20:09:55.409" v="11202" actId="207"/>
          <ac:spMkLst>
            <pc:docMk/>
            <pc:sldMk cId="2639915679" sldId="283"/>
            <ac:spMk id="11" creationId="{D22BCD10-ECF3-453A-9E7D-080837C60AAB}"/>
          </ac:spMkLst>
        </pc:spChg>
        <pc:spChg chg="mod">
          <ac:chgData name="Abdulrahman Abdulkader" userId="4bb965dfac336135" providerId="LiveId" clId="{17B4EB89-733B-49A0-A174-2FAE06603548}" dt="2026-01-01T18:22:21.676" v="10938" actId="207"/>
          <ac:spMkLst>
            <pc:docMk/>
            <pc:sldMk cId="2639915679" sldId="283"/>
            <ac:spMk id="18" creationId="{2875D721-B569-43AF-8375-CAB5BF6E3050}"/>
          </ac:spMkLst>
        </pc:spChg>
        <pc:spChg chg="mod">
          <ac:chgData name="Abdulrahman Abdulkader" userId="4bb965dfac336135" providerId="LiveId" clId="{17B4EB89-733B-49A0-A174-2FAE06603548}" dt="2026-01-01T20:10:30.304" v="11224" actId="20577"/>
          <ac:spMkLst>
            <pc:docMk/>
            <pc:sldMk cId="2639915679" sldId="283"/>
            <ac:spMk id="24" creationId="{6D901C95-034F-4058-A717-546CE46C1A63}"/>
          </ac:spMkLst>
        </pc:spChg>
        <pc:spChg chg="add mod">
          <ac:chgData name="Abdulrahman Abdulkader" userId="4bb965dfac336135" providerId="LiveId" clId="{17B4EB89-733B-49A0-A174-2FAE06603548}" dt="2026-01-01T18:22:38.269" v="10940" actId="1076"/>
          <ac:spMkLst>
            <pc:docMk/>
            <pc:sldMk cId="2639915679" sldId="283"/>
            <ac:spMk id="25" creationId="{3C2A6598-01E1-4D0E-AECB-AC0F99D24739}"/>
          </ac:spMkLst>
        </pc:spChg>
        <pc:spChg chg="add del mod">
          <ac:chgData name="Abdulrahman Abdulkader" userId="4bb965dfac336135" providerId="LiveId" clId="{17B4EB89-733B-49A0-A174-2FAE06603548}" dt="2026-01-01T18:13:40.042" v="10820" actId="478"/>
          <ac:spMkLst>
            <pc:docMk/>
            <pc:sldMk cId="2639915679" sldId="283"/>
            <ac:spMk id="29" creationId="{89E02080-90FD-4C9B-80F0-98936E922A07}"/>
          </ac:spMkLst>
        </pc:spChg>
        <pc:spChg chg="add mod">
          <ac:chgData name="Abdulrahman Abdulkader" userId="4bb965dfac336135" providerId="LiveId" clId="{17B4EB89-733B-49A0-A174-2FAE06603548}" dt="2026-01-02T00:45:54.330" v="12591" actId="1076"/>
          <ac:spMkLst>
            <pc:docMk/>
            <pc:sldMk cId="2639915679" sldId="283"/>
            <ac:spMk id="31" creationId="{A298838F-2D4A-43BC-B6F7-6666C8CCACFF}"/>
          </ac:spMkLst>
        </pc:spChg>
        <pc:spChg chg="mod topLvl">
          <ac:chgData name="Abdulrahman Abdulkader" userId="4bb965dfac336135" providerId="LiveId" clId="{17B4EB89-733B-49A0-A174-2FAE06603548}" dt="2026-01-01T18:13:24.250" v="10817" actId="1076"/>
          <ac:spMkLst>
            <pc:docMk/>
            <pc:sldMk cId="2639915679" sldId="283"/>
            <ac:spMk id="33" creationId="{03EB25BF-A853-4290-A025-C27D0D98525B}"/>
          </ac:spMkLst>
        </pc:spChg>
        <pc:spChg chg="add mod">
          <ac:chgData name="Abdulrahman Abdulkader" userId="4bb965dfac336135" providerId="LiveId" clId="{17B4EB89-733B-49A0-A174-2FAE06603548}" dt="2026-01-01T20:10:21.825" v="11222" actId="1076"/>
          <ac:spMkLst>
            <pc:docMk/>
            <pc:sldMk cId="2639915679" sldId="283"/>
            <ac:spMk id="35" creationId="{A3B487E6-3144-41AF-9723-8C77D27735C4}"/>
          </ac:spMkLst>
        </pc:spChg>
        <pc:spChg chg="add del mod">
          <ac:chgData name="Abdulrahman Abdulkader" userId="4bb965dfac336135" providerId="LiveId" clId="{17B4EB89-733B-49A0-A174-2FAE06603548}" dt="2026-01-01T17:59:47.460" v="10480" actId="478"/>
          <ac:spMkLst>
            <pc:docMk/>
            <pc:sldMk cId="2639915679" sldId="283"/>
            <ac:spMk id="36" creationId="{EBF4491F-7A56-4026-9092-44D878594EF5}"/>
          </ac:spMkLst>
        </pc:spChg>
        <pc:spChg chg="add mod">
          <ac:chgData name="Abdulrahman Abdulkader" userId="4bb965dfac336135" providerId="LiveId" clId="{17B4EB89-733B-49A0-A174-2FAE06603548}" dt="2026-01-01T18:02:09.854" v="10493" actId="1076"/>
          <ac:spMkLst>
            <pc:docMk/>
            <pc:sldMk cId="2639915679" sldId="283"/>
            <ac:spMk id="45" creationId="{2042880F-C2E9-40EA-95D9-B42F8B7AD7A6}"/>
          </ac:spMkLst>
        </pc:spChg>
        <pc:spChg chg="del mod">
          <ac:chgData name="Abdulrahman Abdulkader" userId="4bb965dfac336135" providerId="LiveId" clId="{17B4EB89-733B-49A0-A174-2FAE06603548}" dt="2026-01-01T17:42:33.552" v="9796" actId="478"/>
          <ac:spMkLst>
            <pc:docMk/>
            <pc:sldMk cId="2639915679" sldId="283"/>
            <ac:spMk id="46" creationId="{E575237A-681F-48B0-8D78-9A5B5D631791}"/>
          </ac:spMkLst>
        </pc:spChg>
        <pc:spChg chg="add mod">
          <ac:chgData name="Abdulrahman Abdulkader" userId="4bb965dfac336135" providerId="LiveId" clId="{17B4EB89-733B-49A0-A174-2FAE06603548}" dt="2026-01-01T18:30:09.747" v="11004" actId="207"/>
          <ac:spMkLst>
            <pc:docMk/>
            <pc:sldMk cId="2639915679" sldId="283"/>
            <ac:spMk id="47" creationId="{BB8BBFC3-B6FB-4B16-B22B-D8117454A334}"/>
          </ac:spMkLst>
        </pc:spChg>
        <pc:spChg chg="add mod">
          <ac:chgData name="Abdulrahman Abdulkader" userId="4bb965dfac336135" providerId="LiveId" clId="{17B4EB89-733B-49A0-A174-2FAE06603548}" dt="2026-01-02T00:46:31.194" v="12598" actId="1035"/>
          <ac:spMkLst>
            <pc:docMk/>
            <pc:sldMk cId="2639915679" sldId="283"/>
            <ac:spMk id="51" creationId="{53D77438-A7F6-4E98-BA57-13211204E011}"/>
          </ac:spMkLst>
        </pc:spChg>
        <pc:spChg chg="add del mod">
          <ac:chgData name="Abdulrahman Abdulkader" userId="4bb965dfac336135" providerId="LiveId" clId="{17B4EB89-733B-49A0-A174-2FAE06603548}" dt="2026-01-01T18:25:39.892" v="10991" actId="478"/>
          <ac:spMkLst>
            <pc:docMk/>
            <pc:sldMk cId="2639915679" sldId="283"/>
            <ac:spMk id="52" creationId="{04881896-1A58-4CC0-BC11-C05A691C7585}"/>
          </ac:spMkLst>
        </pc:spChg>
        <pc:spChg chg="mod">
          <ac:chgData name="Abdulrahman Abdulkader" userId="4bb965dfac336135" providerId="LiveId" clId="{17B4EB89-733B-49A0-A174-2FAE06603548}" dt="2026-01-01T18:22:59.751" v="10954" actId="20577"/>
          <ac:spMkLst>
            <pc:docMk/>
            <pc:sldMk cId="2639915679" sldId="283"/>
            <ac:spMk id="143" creationId="{F5BE898D-15F3-4C24-AACB-CF070C419CB3}"/>
          </ac:spMkLst>
        </pc:spChg>
        <pc:spChg chg="add del mod topLvl">
          <ac:chgData name="Abdulrahman Abdulkader" userId="4bb965dfac336135" providerId="LiveId" clId="{17B4EB89-733B-49A0-A174-2FAE06603548}" dt="2026-01-01T17:42:01.160" v="9791" actId="478"/>
          <ac:spMkLst>
            <pc:docMk/>
            <pc:sldMk cId="2639915679" sldId="283"/>
            <ac:spMk id="175" creationId="{CFBE7C77-C9F5-49D5-B992-9B106E2F92FD}"/>
          </ac:spMkLst>
        </pc:spChg>
        <pc:spChg chg="add del mod topLvl">
          <ac:chgData name="Abdulrahman Abdulkader" userId="4bb965dfac336135" providerId="LiveId" clId="{17B4EB89-733B-49A0-A174-2FAE06603548}" dt="2026-01-01T17:41:54.406" v="9789" actId="478"/>
          <ac:spMkLst>
            <pc:docMk/>
            <pc:sldMk cId="2639915679" sldId="283"/>
            <ac:spMk id="176" creationId="{4B741FE1-9B96-4063-9C0A-093E2BDF330D}"/>
          </ac:spMkLst>
        </pc:spChg>
        <pc:spChg chg="add del mod topLvl">
          <ac:chgData name="Abdulrahman Abdulkader" userId="4bb965dfac336135" providerId="LiveId" clId="{17B4EB89-733B-49A0-A174-2FAE06603548}" dt="2026-01-01T17:53:50.189" v="10419" actId="1076"/>
          <ac:spMkLst>
            <pc:docMk/>
            <pc:sldMk cId="2639915679" sldId="283"/>
            <ac:spMk id="177" creationId="{A227B837-F4D7-4B45-9325-34B36829E029}"/>
          </ac:spMkLst>
        </pc:spChg>
        <pc:spChg chg="del mod topLvl">
          <ac:chgData name="Abdulrahman Abdulkader" userId="4bb965dfac336135" providerId="LiveId" clId="{17B4EB89-733B-49A0-A174-2FAE06603548}" dt="2026-01-01T17:58:42.257" v="10472" actId="478"/>
          <ac:spMkLst>
            <pc:docMk/>
            <pc:sldMk cId="2639915679" sldId="283"/>
            <ac:spMk id="226" creationId="{D2B73ADB-F84D-4875-AA6C-BAA2F8C66AED}"/>
          </ac:spMkLst>
        </pc:spChg>
        <pc:grpChg chg="del mod">
          <ac:chgData name="Abdulrahman Abdulkader" userId="4bb965dfac336135" providerId="LiveId" clId="{17B4EB89-733B-49A0-A174-2FAE06603548}" dt="2026-01-01T17:41:05.579" v="9778" actId="478"/>
          <ac:grpSpMkLst>
            <pc:docMk/>
            <pc:sldMk cId="2639915679" sldId="283"/>
            <ac:grpSpMk id="150" creationId="{5DD1F1B7-1891-48F2-B427-310B5AB599B7}"/>
          </ac:grpSpMkLst>
        </pc:grpChg>
        <pc:grpChg chg="del mod topLvl">
          <ac:chgData name="Abdulrahman Abdulkader" userId="4bb965dfac336135" providerId="LiveId" clId="{17B4EB89-733B-49A0-A174-2FAE06603548}" dt="2026-01-01T17:41:26.126" v="9783" actId="165"/>
          <ac:grpSpMkLst>
            <pc:docMk/>
            <pc:sldMk cId="2639915679" sldId="283"/>
            <ac:grpSpMk id="174" creationId="{FC6BD72A-E91A-44EC-B929-6A2960CC760B}"/>
          </ac:grpSpMkLst>
        </pc:grpChg>
        <pc:grpChg chg="del mod">
          <ac:chgData name="Abdulrahman Abdulkader" userId="4bb965dfac336135" providerId="LiveId" clId="{17B4EB89-733B-49A0-A174-2FAE06603548}" dt="2026-01-01T17:41:20.204" v="9782" actId="165"/>
          <ac:grpSpMkLst>
            <pc:docMk/>
            <pc:sldMk cId="2639915679" sldId="283"/>
            <ac:grpSpMk id="189" creationId="{B0DD4489-CFDE-4AE7-8A44-4775EE44BFFF}"/>
          </ac:grpSpMkLst>
        </pc:grpChg>
        <pc:grpChg chg="del mod">
          <ac:chgData name="Abdulrahman Abdulkader" userId="4bb965dfac336135" providerId="LiveId" clId="{17B4EB89-733B-49A0-A174-2FAE06603548}" dt="2026-01-01T17:58:42.257" v="10472" actId="478"/>
          <ac:grpSpMkLst>
            <pc:docMk/>
            <pc:sldMk cId="2639915679" sldId="283"/>
            <ac:grpSpMk id="228" creationId="{B3232DF3-EAF8-4488-A3E8-70814FD20D94}"/>
          </ac:grpSpMkLst>
        </pc:grpChg>
        <pc:grpChg chg="del mod">
          <ac:chgData name="Abdulrahman Abdulkader" userId="4bb965dfac336135" providerId="LiveId" clId="{17B4EB89-733B-49A0-A174-2FAE06603548}" dt="2026-01-01T17:41:08.121" v="9779" actId="478"/>
          <ac:grpSpMkLst>
            <pc:docMk/>
            <pc:sldMk cId="2639915679" sldId="283"/>
            <ac:grpSpMk id="229" creationId="{C7D83BE7-BB1D-417A-B062-559B23C8F816}"/>
          </ac:grpSpMkLst>
        </pc:grpChg>
        <pc:cxnChg chg="del mod">
          <ac:chgData name="Abdulrahman Abdulkader" userId="4bb965dfac336135" providerId="LiveId" clId="{17B4EB89-733B-49A0-A174-2FAE06603548}" dt="2026-01-01T18:13:46.267" v="10822" actId="478"/>
          <ac:cxnSpMkLst>
            <pc:docMk/>
            <pc:sldMk cId="2639915679" sldId="283"/>
            <ac:cxnSpMk id="7" creationId="{F3A210F5-D567-46A7-B6FD-E221378AF162}"/>
          </ac:cxnSpMkLst>
        </pc:cxnChg>
        <pc:cxnChg chg="del mod topLvl">
          <ac:chgData name="Abdulrahman Abdulkader" userId="4bb965dfac336135" providerId="LiveId" clId="{17B4EB89-733B-49A0-A174-2FAE06603548}" dt="2026-01-01T17:42:45.706" v="9799" actId="478"/>
          <ac:cxnSpMkLst>
            <pc:docMk/>
            <pc:sldMk cId="2639915679" sldId="283"/>
            <ac:cxnSpMk id="34" creationId="{E81A8999-9DEF-4A54-9561-EAA4B05CD737}"/>
          </ac:cxnSpMkLst>
        </pc:cxnChg>
        <pc:cxnChg chg="mod topLvl">
          <ac:chgData name="Abdulrahman Abdulkader" userId="4bb965dfac336135" providerId="LiveId" clId="{17B4EB89-733B-49A0-A174-2FAE06603548}" dt="2026-01-01T18:13:24.250" v="10817" actId="1076"/>
          <ac:cxnSpMkLst>
            <pc:docMk/>
            <pc:sldMk cId="2639915679" sldId="283"/>
            <ac:cxnSpMk id="48" creationId="{BD46DE76-5A63-4FE2-98D7-69556BC4619E}"/>
          </ac:cxnSpMkLst>
        </pc:cxnChg>
        <pc:cxnChg chg="mod">
          <ac:chgData name="Abdulrahman Abdulkader" userId="4bb965dfac336135" providerId="LiveId" clId="{17B4EB89-733B-49A0-A174-2FAE06603548}" dt="2026-01-01T17:41:08.121" v="9779" actId="478"/>
          <ac:cxnSpMkLst>
            <pc:docMk/>
            <pc:sldMk cId="2639915679" sldId="283"/>
            <ac:cxnSpMk id="57" creationId="{0BE8B4EE-47F8-49BC-BABF-3FE799FBCCA4}"/>
          </ac:cxnSpMkLst>
        </pc:cxnChg>
      </pc:sldChg>
      <pc:sldChg chg="addSp delSp modSp add mod modAnim">
        <pc:chgData name="Abdulrahman Abdulkader" userId="4bb965dfac336135" providerId="LiveId" clId="{17B4EB89-733B-49A0-A174-2FAE06603548}" dt="2026-01-02T00:43:31.999" v="12581"/>
        <pc:sldMkLst>
          <pc:docMk/>
          <pc:sldMk cId="3661947019" sldId="284"/>
        </pc:sldMkLst>
        <pc:spChg chg="add mod">
          <ac:chgData name="Abdulrahman Abdulkader" userId="4bb965dfac336135" providerId="LiveId" clId="{17B4EB89-733B-49A0-A174-2FAE06603548}" dt="2026-01-01T22:58:13.242" v="12341" actId="1076"/>
          <ac:spMkLst>
            <pc:docMk/>
            <pc:sldMk cId="3661947019" sldId="284"/>
            <ac:spMk id="2" creationId="{A44FA783-E9AF-4A8D-BF27-ADFE8D510C3E}"/>
          </ac:spMkLst>
        </pc:spChg>
        <pc:spChg chg="del">
          <ac:chgData name="Abdulrahman Abdulkader" userId="4bb965dfac336135" providerId="LiveId" clId="{17B4EB89-733B-49A0-A174-2FAE06603548}" dt="2026-01-01T19:45:10.678" v="11115" actId="478"/>
          <ac:spMkLst>
            <pc:docMk/>
            <pc:sldMk cId="3661947019" sldId="284"/>
            <ac:spMk id="18" creationId="{2875D721-B569-43AF-8375-CAB5BF6E3050}"/>
          </ac:spMkLst>
        </pc:spChg>
        <pc:spChg chg="add mod">
          <ac:chgData name="Abdulrahman Abdulkader" userId="4bb965dfac336135" providerId="LiveId" clId="{17B4EB89-733B-49A0-A174-2FAE06603548}" dt="2026-01-01T19:38:37.791" v="11082" actId="14100"/>
          <ac:spMkLst>
            <pc:docMk/>
            <pc:sldMk cId="3661947019" sldId="284"/>
            <ac:spMk id="27" creationId="{050ADC57-9C5E-4EE5-AE47-6C0225081E6A}"/>
          </ac:spMkLst>
        </pc:spChg>
        <pc:spChg chg="add mod">
          <ac:chgData name="Abdulrahman Abdulkader" userId="4bb965dfac336135" providerId="LiveId" clId="{17B4EB89-733B-49A0-A174-2FAE06603548}" dt="2026-01-01T22:56:01.366" v="12269" actId="14100"/>
          <ac:spMkLst>
            <pc:docMk/>
            <pc:sldMk cId="3661947019" sldId="284"/>
            <ac:spMk id="29" creationId="{0C8116DF-D9CA-495B-AFBD-32570FED8036}"/>
          </ac:spMkLst>
        </pc:spChg>
        <pc:spChg chg="mod topLvl">
          <ac:chgData name="Abdulrahman Abdulkader" userId="4bb965dfac336135" providerId="LiveId" clId="{17B4EB89-733B-49A0-A174-2FAE06603548}" dt="2026-01-01T19:45:31.049" v="11120" actId="14100"/>
          <ac:spMkLst>
            <pc:docMk/>
            <pc:sldMk cId="3661947019" sldId="284"/>
            <ac:spMk id="33" creationId="{03EB25BF-A853-4290-A025-C27D0D98525B}"/>
          </ac:spMkLst>
        </pc:spChg>
        <pc:spChg chg="add mod">
          <ac:chgData name="Abdulrahman Abdulkader" userId="4bb965dfac336135" providerId="LiveId" clId="{17B4EB89-733B-49A0-A174-2FAE06603548}" dt="2026-01-01T19:47:23.678" v="11149" actId="1076"/>
          <ac:spMkLst>
            <pc:docMk/>
            <pc:sldMk cId="3661947019" sldId="284"/>
            <ac:spMk id="54" creationId="{4981E526-EB9F-4BED-9481-5F8F9E2B891C}"/>
          </ac:spMkLst>
        </pc:spChg>
        <pc:spChg chg="mod">
          <ac:chgData name="Abdulrahman Abdulkader" userId="4bb965dfac336135" providerId="LiveId" clId="{17B4EB89-733B-49A0-A174-2FAE06603548}" dt="2026-01-01T19:44:40.316" v="11109"/>
          <ac:spMkLst>
            <pc:docMk/>
            <pc:sldMk cId="3661947019" sldId="284"/>
            <ac:spMk id="56" creationId="{71116F3E-794E-4154-AB71-57BE024A0C6B}"/>
          </ac:spMkLst>
        </pc:spChg>
        <pc:spChg chg="mod">
          <ac:chgData name="Abdulrahman Abdulkader" userId="4bb965dfac336135" providerId="LiveId" clId="{17B4EB89-733B-49A0-A174-2FAE06603548}" dt="2026-01-01T19:44:40.316" v="11109"/>
          <ac:spMkLst>
            <pc:docMk/>
            <pc:sldMk cId="3661947019" sldId="284"/>
            <ac:spMk id="58" creationId="{90A86202-4137-48D1-A198-B792F5FB1493}"/>
          </ac:spMkLst>
        </pc:spChg>
        <pc:spChg chg="mod">
          <ac:chgData name="Abdulrahman Abdulkader" userId="4bb965dfac336135" providerId="LiveId" clId="{17B4EB89-733B-49A0-A174-2FAE06603548}" dt="2026-01-01T19:44:40.316" v="11109"/>
          <ac:spMkLst>
            <pc:docMk/>
            <pc:sldMk cId="3661947019" sldId="284"/>
            <ac:spMk id="59" creationId="{0F35AB3D-BCCF-4C75-BEAF-B26E09E53BC6}"/>
          </ac:spMkLst>
        </pc:spChg>
        <pc:spChg chg="add mod">
          <ac:chgData name="Abdulrahman Abdulkader" userId="4bb965dfac336135" providerId="LiveId" clId="{17B4EB89-733B-49A0-A174-2FAE06603548}" dt="2026-01-01T22:58:25.186" v="12342" actId="1076"/>
          <ac:spMkLst>
            <pc:docMk/>
            <pc:sldMk cId="3661947019" sldId="284"/>
            <ac:spMk id="60" creationId="{2D460000-969B-4430-B827-EA683CEBC596}"/>
          </ac:spMkLst>
        </pc:spChg>
        <pc:spChg chg="add mod">
          <ac:chgData name="Abdulrahman Abdulkader" userId="4bb965dfac336135" providerId="LiveId" clId="{17B4EB89-733B-49A0-A174-2FAE06603548}" dt="2026-01-01T19:46:15.776" v="11127" actId="1076"/>
          <ac:spMkLst>
            <pc:docMk/>
            <pc:sldMk cId="3661947019" sldId="284"/>
            <ac:spMk id="61" creationId="{11002C17-DD9B-4818-9A0F-7A0658D19458}"/>
          </ac:spMkLst>
        </pc:spChg>
        <pc:spChg chg="add del mod">
          <ac:chgData name="Abdulrahman Abdulkader" userId="4bb965dfac336135" providerId="LiveId" clId="{17B4EB89-733B-49A0-A174-2FAE06603548}" dt="2026-01-01T19:46:00.143" v="11125" actId="478"/>
          <ac:spMkLst>
            <pc:docMk/>
            <pc:sldMk cId="3661947019" sldId="284"/>
            <ac:spMk id="62" creationId="{03569946-2918-4703-A6D9-452019A54016}"/>
          </ac:spMkLst>
        </pc:spChg>
        <pc:spChg chg="add mod">
          <ac:chgData name="Abdulrahman Abdulkader" userId="4bb965dfac336135" providerId="LiveId" clId="{17B4EB89-733B-49A0-A174-2FAE06603548}" dt="2026-01-01T22:58:07.390" v="12340" actId="1076"/>
          <ac:spMkLst>
            <pc:docMk/>
            <pc:sldMk cId="3661947019" sldId="284"/>
            <ac:spMk id="66" creationId="{4DC1C761-91CB-4CD5-AC0F-39A1200FCA3D}"/>
          </ac:spMkLst>
        </pc:spChg>
        <pc:spChg chg="add del mod">
          <ac:chgData name="Abdulrahman Abdulkader" userId="4bb965dfac336135" providerId="LiveId" clId="{17B4EB89-733B-49A0-A174-2FAE06603548}" dt="2026-01-01T19:46:22.243" v="11133"/>
          <ac:spMkLst>
            <pc:docMk/>
            <pc:sldMk cId="3661947019" sldId="284"/>
            <ac:spMk id="70" creationId="{C7B2F02E-7F21-4D46-8CA4-99E202ED545C}"/>
          </ac:spMkLst>
        </pc:spChg>
        <pc:spChg chg="mod">
          <ac:chgData name="Abdulrahman Abdulkader" userId="4bb965dfac336135" providerId="LiveId" clId="{17B4EB89-733B-49A0-A174-2FAE06603548}" dt="2026-01-01T19:46:19.034" v="11130" actId="571"/>
          <ac:spMkLst>
            <pc:docMk/>
            <pc:sldMk cId="3661947019" sldId="284"/>
            <ac:spMk id="72" creationId="{A3176329-E28E-48BF-83D0-14218206CAAC}"/>
          </ac:spMkLst>
        </pc:spChg>
        <pc:spChg chg="mod">
          <ac:chgData name="Abdulrahman Abdulkader" userId="4bb965dfac336135" providerId="LiveId" clId="{17B4EB89-733B-49A0-A174-2FAE06603548}" dt="2026-01-01T19:46:19.034" v="11130" actId="571"/>
          <ac:spMkLst>
            <pc:docMk/>
            <pc:sldMk cId="3661947019" sldId="284"/>
            <ac:spMk id="73" creationId="{9F0FC054-1A17-4617-8168-CCE2AA308623}"/>
          </ac:spMkLst>
        </pc:spChg>
        <pc:spChg chg="mod">
          <ac:chgData name="Abdulrahman Abdulkader" userId="4bb965dfac336135" providerId="LiveId" clId="{17B4EB89-733B-49A0-A174-2FAE06603548}" dt="2026-01-01T19:46:19.034" v="11130" actId="571"/>
          <ac:spMkLst>
            <pc:docMk/>
            <pc:sldMk cId="3661947019" sldId="284"/>
            <ac:spMk id="74" creationId="{287FEABF-318D-4654-B5F3-E1F7D1398A8F}"/>
          </ac:spMkLst>
        </pc:spChg>
        <pc:spChg chg="add mod">
          <ac:chgData name="Abdulrahman Abdulkader" userId="4bb965dfac336135" providerId="LiveId" clId="{17B4EB89-733B-49A0-A174-2FAE06603548}" dt="2026-01-01T19:46:33.740" v="11135" actId="1076"/>
          <ac:spMkLst>
            <pc:docMk/>
            <pc:sldMk cId="3661947019" sldId="284"/>
            <ac:spMk id="75" creationId="{3431766F-DCC7-4A75-AC1A-3C5A91D7CE19}"/>
          </ac:spMkLst>
        </pc:spChg>
        <pc:spChg chg="add mod">
          <ac:chgData name="Abdulrahman Abdulkader" userId="4bb965dfac336135" providerId="LiveId" clId="{17B4EB89-733B-49A0-A174-2FAE06603548}" dt="2026-01-01T19:59:12.322" v="11157" actId="1076"/>
          <ac:spMkLst>
            <pc:docMk/>
            <pc:sldMk cId="3661947019" sldId="284"/>
            <ac:spMk id="83" creationId="{C2ECC711-0A3C-444F-8894-50B66B7E8347}"/>
          </ac:spMkLst>
        </pc:spChg>
        <pc:spChg chg="add mod">
          <ac:chgData name="Abdulrahman Abdulkader" userId="4bb965dfac336135" providerId="LiveId" clId="{17B4EB89-733B-49A0-A174-2FAE06603548}" dt="2026-01-02T00:43:16.247" v="12579" actId="1076"/>
          <ac:spMkLst>
            <pc:docMk/>
            <pc:sldMk cId="3661947019" sldId="284"/>
            <ac:spMk id="103" creationId="{A45B1367-7928-491F-946C-66C23F4574BC}"/>
          </ac:spMkLst>
        </pc:spChg>
        <pc:spChg chg="mod">
          <ac:chgData name="Abdulrahman Abdulkader" userId="4bb965dfac336135" providerId="LiveId" clId="{17B4EB89-733B-49A0-A174-2FAE06603548}" dt="2026-01-01T20:02:58.155" v="11170" actId="207"/>
          <ac:spMkLst>
            <pc:docMk/>
            <pc:sldMk cId="3661947019" sldId="284"/>
            <ac:spMk id="143" creationId="{F5BE898D-15F3-4C24-AACB-CF070C419CB3}"/>
          </ac:spMkLst>
        </pc:spChg>
        <pc:spChg chg="mod">
          <ac:chgData name="Abdulrahman Abdulkader" userId="4bb965dfac336135" providerId="LiveId" clId="{17B4EB89-733B-49A0-A174-2FAE06603548}" dt="2026-01-01T19:44:05.992" v="11101" actId="165"/>
          <ac:spMkLst>
            <pc:docMk/>
            <pc:sldMk cId="3661947019" sldId="284"/>
            <ac:spMk id="175" creationId="{CFBE7C77-C9F5-49D5-B992-9B106E2F92FD}"/>
          </ac:spMkLst>
        </pc:spChg>
        <pc:spChg chg="mod">
          <ac:chgData name="Abdulrahman Abdulkader" userId="4bb965dfac336135" providerId="LiveId" clId="{17B4EB89-733B-49A0-A174-2FAE06603548}" dt="2026-01-01T19:44:05.992" v="11101" actId="165"/>
          <ac:spMkLst>
            <pc:docMk/>
            <pc:sldMk cId="3661947019" sldId="284"/>
            <ac:spMk id="176" creationId="{4B741FE1-9B96-4063-9C0A-093E2BDF330D}"/>
          </ac:spMkLst>
        </pc:spChg>
        <pc:spChg chg="mod">
          <ac:chgData name="Abdulrahman Abdulkader" userId="4bb965dfac336135" providerId="LiveId" clId="{17B4EB89-733B-49A0-A174-2FAE06603548}" dt="2026-01-01T19:44:05.992" v="11101" actId="165"/>
          <ac:spMkLst>
            <pc:docMk/>
            <pc:sldMk cId="3661947019" sldId="284"/>
            <ac:spMk id="177" creationId="{A227B837-F4D7-4B45-9325-34B36829E029}"/>
          </ac:spMkLst>
        </pc:spChg>
        <pc:grpChg chg="add mod">
          <ac:chgData name="Abdulrahman Abdulkader" userId="4bb965dfac336135" providerId="LiveId" clId="{17B4EB89-733B-49A0-A174-2FAE06603548}" dt="2026-01-01T19:46:21.638" v="11132" actId="1076"/>
          <ac:grpSpMkLst>
            <pc:docMk/>
            <pc:sldMk cId="3661947019" sldId="284"/>
            <ac:grpSpMk id="55" creationId="{D5D89823-BFEB-4F85-8F03-CB2499B75698}"/>
          </ac:grpSpMkLst>
        </pc:grpChg>
        <pc:grpChg chg="add mod">
          <ac:chgData name="Abdulrahman Abdulkader" userId="4bb965dfac336135" providerId="LiveId" clId="{17B4EB89-733B-49A0-A174-2FAE06603548}" dt="2026-01-01T19:46:19.034" v="11130" actId="571"/>
          <ac:grpSpMkLst>
            <pc:docMk/>
            <pc:sldMk cId="3661947019" sldId="284"/>
            <ac:grpSpMk id="71" creationId="{EEF2A7D9-DF2E-41B3-9B3F-8874434B7EC1}"/>
          </ac:grpSpMkLst>
        </pc:grpChg>
        <pc:grpChg chg="del mod topLvl">
          <ac:chgData name="Abdulrahman Abdulkader" userId="4bb965dfac336135" providerId="LiveId" clId="{17B4EB89-733B-49A0-A174-2FAE06603548}" dt="2026-01-01T19:44:55.296" v="11112" actId="478"/>
          <ac:grpSpMkLst>
            <pc:docMk/>
            <pc:sldMk cId="3661947019" sldId="284"/>
            <ac:grpSpMk id="174" creationId="{FC6BD72A-E91A-44EC-B929-6A2960CC760B}"/>
          </ac:grpSpMkLst>
        </pc:grpChg>
        <pc:grpChg chg="del">
          <ac:chgData name="Abdulrahman Abdulkader" userId="4bb965dfac336135" providerId="LiveId" clId="{17B4EB89-733B-49A0-A174-2FAE06603548}" dt="2026-01-01T19:44:05.992" v="11101" actId="165"/>
          <ac:grpSpMkLst>
            <pc:docMk/>
            <pc:sldMk cId="3661947019" sldId="284"/>
            <ac:grpSpMk id="189" creationId="{B0DD4489-CFDE-4AE7-8A44-4775EE44BFFF}"/>
          </ac:grpSpMkLst>
        </pc:grpChg>
        <pc:cxnChg chg="add mod">
          <ac:chgData name="Abdulrahman Abdulkader" userId="4bb965dfac336135" providerId="LiveId" clId="{17B4EB89-733B-49A0-A174-2FAE06603548}" dt="2026-01-01T22:56:14.842" v="12272" actId="14100"/>
          <ac:cxnSpMkLst>
            <pc:docMk/>
            <pc:sldMk cId="3661947019" sldId="284"/>
            <ac:cxnSpMk id="4" creationId="{C9A24F3F-D32F-4FFB-98AB-812C08E0F1D1}"/>
          </ac:cxnSpMkLst>
        </pc:cxnChg>
        <pc:cxnChg chg="mod">
          <ac:chgData name="Abdulrahman Abdulkader" userId="4bb965dfac336135" providerId="LiveId" clId="{17B4EB89-733B-49A0-A174-2FAE06603548}" dt="2026-01-01T19:40:33.550" v="11096" actId="14100"/>
          <ac:cxnSpMkLst>
            <pc:docMk/>
            <pc:sldMk cId="3661947019" sldId="284"/>
            <ac:cxnSpMk id="7" creationId="{F3A210F5-D567-46A7-B6FD-E221378AF162}"/>
          </ac:cxnSpMkLst>
        </pc:cxnChg>
        <pc:cxnChg chg="del mod topLvl">
          <ac:chgData name="Abdulrahman Abdulkader" userId="4bb965dfac336135" providerId="LiveId" clId="{17B4EB89-733B-49A0-A174-2FAE06603548}" dt="2026-01-01T19:45:06.758" v="11114" actId="478"/>
          <ac:cxnSpMkLst>
            <pc:docMk/>
            <pc:sldMk cId="3661947019" sldId="284"/>
            <ac:cxnSpMk id="34" creationId="{E81A8999-9DEF-4A54-9561-EAA4B05CD737}"/>
          </ac:cxnSpMkLst>
        </pc:cxnChg>
        <pc:cxnChg chg="add mod">
          <ac:chgData name="Abdulrahman Abdulkader" userId="4bb965dfac336135" providerId="LiveId" clId="{17B4EB89-733B-49A0-A174-2FAE06603548}" dt="2026-01-01T22:56:05.119" v="12270" actId="14100"/>
          <ac:cxnSpMkLst>
            <pc:docMk/>
            <pc:sldMk cId="3661947019" sldId="284"/>
            <ac:cxnSpMk id="39" creationId="{D3F6066F-28B4-40C6-862E-301EBAA0DC3E}"/>
          </ac:cxnSpMkLst>
        </pc:cxnChg>
        <pc:cxnChg chg="add mod">
          <ac:chgData name="Abdulrahman Abdulkader" userId="4bb965dfac336135" providerId="LiveId" clId="{17B4EB89-733B-49A0-A174-2FAE06603548}" dt="2026-01-01T19:47:23.678" v="11149" actId="1076"/>
          <ac:cxnSpMkLst>
            <pc:docMk/>
            <pc:sldMk cId="3661947019" sldId="284"/>
            <ac:cxnSpMk id="53" creationId="{3B7C15F7-F1A9-4402-9F91-AF3F85D4B405}"/>
          </ac:cxnSpMkLst>
        </pc:cxnChg>
        <pc:cxnChg chg="add mod">
          <ac:chgData name="Abdulrahman Abdulkader" userId="4bb965dfac336135" providerId="LiveId" clId="{17B4EB89-733B-49A0-A174-2FAE06603548}" dt="2026-01-01T22:58:25.186" v="12342" actId="1076"/>
          <ac:cxnSpMkLst>
            <pc:docMk/>
            <pc:sldMk cId="3661947019" sldId="284"/>
            <ac:cxnSpMk id="63" creationId="{DAC3B109-9EA4-4585-8E36-E3BFE9239A1E}"/>
          </ac:cxnSpMkLst>
        </pc:cxnChg>
        <pc:cxnChg chg="add mod">
          <ac:chgData name="Abdulrahman Abdulkader" userId="4bb965dfac336135" providerId="LiveId" clId="{17B4EB89-733B-49A0-A174-2FAE06603548}" dt="2026-01-01T22:57:23.300" v="12330" actId="14100"/>
          <ac:cxnSpMkLst>
            <pc:docMk/>
            <pc:sldMk cId="3661947019" sldId="284"/>
            <ac:cxnSpMk id="64" creationId="{67255E44-B17D-4426-8B43-6BBEFB2364B7}"/>
          </ac:cxnSpMkLst>
        </pc:cxnChg>
        <pc:cxnChg chg="add mod">
          <ac:chgData name="Abdulrahman Abdulkader" userId="4bb965dfac336135" providerId="LiveId" clId="{17B4EB89-733B-49A0-A174-2FAE06603548}" dt="2026-01-01T22:57:32.723" v="12334" actId="14100"/>
          <ac:cxnSpMkLst>
            <pc:docMk/>
            <pc:sldMk cId="3661947019" sldId="284"/>
            <ac:cxnSpMk id="76" creationId="{17AD3241-BBD9-4581-AAB2-8550F69E923E}"/>
          </ac:cxnSpMkLst>
        </pc:cxnChg>
      </pc:sldChg>
      <pc:sldChg chg="addSp delSp modSp add mod delAnim">
        <pc:chgData name="Abdulrahman Abdulkader" userId="4bb965dfac336135" providerId="LiveId" clId="{17B4EB89-733B-49A0-A174-2FAE06603548}" dt="2026-01-01T20:08:10.295" v="11197" actId="1076"/>
        <pc:sldMkLst>
          <pc:docMk/>
          <pc:sldMk cId="111242627" sldId="285"/>
        </pc:sldMkLst>
        <pc:spChg chg="del">
          <ac:chgData name="Abdulrahman Abdulkader" userId="4bb965dfac336135" providerId="LiveId" clId="{17B4EB89-733B-49A0-A174-2FAE06603548}" dt="2026-01-01T20:03:19.190" v="11172" actId="478"/>
          <ac:spMkLst>
            <pc:docMk/>
            <pc:sldMk cId="111242627" sldId="285"/>
            <ac:spMk id="4" creationId="{451E6373-3A41-4FA5-8689-B412E2F093B0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9" creationId="{52387CA1-757E-4CEB-A70E-B2B7D50D8EBC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10" creationId="{C866E94A-0724-4A1D-885B-BC854CC88D68}"/>
          </ac:spMkLst>
        </pc:spChg>
        <pc:spChg chg="del">
          <ac:chgData name="Abdulrahman Abdulkader" userId="4bb965dfac336135" providerId="LiveId" clId="{17B4EB89-733B-49A0-A174-2FAE06603548}" dt="2026-01-01T20:03:19.190" v="11172" actId="478"/>
          <ac:spMkLst>
            <pc:docMk/>
            <pc:sldMk cId="111242627" sldId="285"/>
            <ac:spMk id="11" creationId="{D22BCD10-ECF3-453A-9E7D-080837C60AAB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18" creationId="{2875D721-B569-43AF-8375-CAB5BF6E3050}"/>
          </ac:spMkLst>
        </pc:spChg>
        <pc:spChg chg="add del mod">
          <ac:chgData name="Abdulrahman Abdulkader" userId="4bb965dfac336135" providerId="LiveId" clId="{17B4EB89-733B-49A0-A174-2FAE06603548}" dt="2026-01-01T20:03:53.689" v="11178" actId="478"/>
          <ac:spMkLst>
            <pc:docMk/>
            <pc:sldMk cId="111242627" sldId="285"/>
            <ac:spMk id="19" creationId="{92BC67C7-15A9-4622-9DA1-90F184039D1C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24" creationId="{6D901C95-034F-4058-A717-546CE46C1A63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31" creationId="{A298838F-2D4A-43BC-B6F7-6666C8CCACFF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33" creationId="{03EB25BF-A853-4290-A025-C27D0D98525B}"/>
          </ac:spMkLst>
        </pc:spChg>
        <pc:spChg chg="del">
          <ac:chgData name="Abdulrahman Abdulkader" userId="4bb965dfac336135" providerId="LiveId" clId="{17B4EB89-733B-49A0-A174-2FAE06603548}" dt="2026-01-01T20:03:19.190" v="11172" actId="478"/>
          <ac:spMkLst>
            <pc:docMk/>
            <pc:sldMk cId="111242627" sldId="285"/>
            <ac:spMk id="35" creationId="{A3B487E6-3144-41AF-9723-8C77D27735C4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45" creationId="{2042880F-C2E9-40EA-95D9-B42F8B7AD7A6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47" creationId="{BB8BBFC3-B6FB-4B16-B22B-D8117454A334}"/>
          </ac:spMkLst>
        </pc:spChg>
        <pc:spChg chg="del">
          <ac:chgData name="Abdulrahman Abdulkader" userId="4bb965dfac336135" providerId="LiveId" clId="{17B4EB89-733B-49A0-A174-2FAE06603548}" dt="2026-01-01T20:03:27.397" v="11174" actId="478"/>
          <ac:spMkLst>
            <pc:docMk/>
            <pc:sldMk cId="111242627" sldId="285"/>
            <ac:spMk id="51" creationId="{53D77438-A7F6-4E98-BA57-13211204E011}"/>
          </ac:spMkLst>
        </pc:spChg>
        <pc:spChg chg="mod">
          <ac:chgData name="Abdulrahman Abdulkader" userId="4bb965dfac336135" providerId="LiveId" clId="{17B4EB89-733B-49A0-A174-2FAE06603548}" dt="2026-01-01T20:06:51.210" v="11192" actId="1076"/>
          <ac:spMkLst>
            <pc:docMk/>
            <pc:sldMk cId="111242627" sldId="285"/>
            <ac:spMk id="143" creationId="{F5BE898D-15F3-4C24-AACB-CF070C419CB3}"/>
          </ac:spMkLst>
        </pc:spChg>
        <pc:spChg chg="del">
          <ac:chgData name="Abdulrahman Abdulkader" userId="4bb965dfac336135" providerId="LiveId" clId="{17B4EB89-733B-49A0-A174-2FAE06603548}" dt="2026-01-01T20:03:25.074" v="11173" actId="478"/>
          <ac:spMkLst>
            <pc:docMk/>
            <pc:sldMk cId="111242627" sldId="285"/>
            <ac:spMk id="177" creationId="{A227B837-F4D7-4B45-9325-34B36829E029}"/>
          </ac:spMkLst>
        </pc:spChg>
        <pc:picChg chg="add del mod">
          <ac:chgData name="Abdulrahman Abdulkader" userId="4bb965dfac336135" providerId="LiveId" clId="{17B4EB89-733B-49A0-A174-2FAE06603548}" dt="2026-01-01T20:07:54.104" v="11193" actId="478"/>
          <ac:picMkLst>
            <pc:docMk/>
            <pc:sldMk cId="111242627" sldId="285"/>
            <ac:picMk id="5" creationId="{1393BF04-BC00-45A1-BC2E-5A7E70B1AB38}"/>
          </ac:picMkLst>
        </pc:picChg>
        <pc:picChg chg="add mod">
          <ac:chgData name="Abdulrahman Abdulkader" userId="4bb965dfac336135" providerId="LiveId" clId="{17B4EB89-733B-49A0-A174-2FAE06603548}" dt="2026-01-01T20:08:10.295" v="11197" actId="1076"/>
          <ac:picMkLst>
            <pc:docMk/>
            <pc:sldMk cId="111242627" sldId="285"/>
            <ac:picMk id="7" creationId="{90FFEF1F-9B5E-49F7-B169-009FF788BE37}"/>
          </ac:picMkLst>
        </pc:picChg>
        <pc:cxnChg chg="del mod">
          <ac:chgData name="Abdulrahman Abdulkader" userId="4bb965dfac336135" providerId="LiveId" clId="{17B4EB89-733B-49A0-A174-2FAE06603548}" dt="2026-01-01T20:03:25.074" v="11173" actId="478"/>
          <ac:cxnSpMkLst>
            <pc:docMk/>
            <pc:sldMk cId="111242627" sldId="285"/>
            <ac:cxnSpMk id="48" creationId="{BD46DE76-5A63-4FE2-98D7-69556BC4619E}"/>
          </ac:cxnSpMkLst>
        </pc:cxnChg>
      </pc:sldChg>
      <pc:sldChg chg="addSp delSp modSp add mod delAnim modAnim">
        <pc:chgData name="Abdulrahman Abdulkader" userId="4bb965dfac336135" providerId="LiveId" clId="{17B4EB89-733B-49A0-A174-2FAE06603548}" dt="2026-01-02T00:40:23.391" v="12555"/>
        <pc:sldMkLst>
          <pc:docMk/>
          <pc:sldMk cId="1077323733" sldId="286"/>
        </pc:sldMkLst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2" creationId="{A44FA783-E9AF-4A8D-BF27-ADFE8D510C3E}"/>
          </ac:spMkLst>
        </pc:spChg>
        <pc:spChg chg="add mod">
          <ac:chgData name="Abdulrahman Abdulkader" userId="4bb965dfac336135" providerId="LiveId" clId="{17B4EB89-733B-49A0-A174-2FAE06603548}" dt="2026-01-01T22:37:06.719" v="12175" actId="207"/>
          <ac:spMkLst>
            <pc:docMk/>
            <pc:sldMk cId="1077323733" sldId="286"/>
            <ac:spMk id="8" creationId="{1D070801-4BFE-4F90-90DA-6671AD51920C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9" creationId="{52387CA1-757E-4CEB-A70E-B2B7D50D8EBC}"/>
          </ac:spMkLst>
        </pc:spChg>
        <pc:spChg chg="del">
          <ac:chgData name="Abdulrahman Abdulkader" userId="4bb965dfac336135" providerId="LiveId" clId="{17B4EB89-733B-49A0-A174-2FAE06603548}" dt="2026-01-01T20:12:40.992" v="11229" actId="478"/>
          <ac:spMkLst>
            <pc:docMk/>
            <pc:sldMk cId="1077323733" sldId="286"/>
            <ac:spMk id="24" creationId="{6D901C95-034F-4058-A717-546CE46C1A63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27" creationId="{050ADC57-9C5E-4EE5-AE47-6C0225081E6A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29" creationId="{0C8116DF-D9CA-495B-AFBD-32570FED8036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33" creationId="{03EB25BF-A853-4290-A025-C27D0D98525B}"/>
          </ac:spMkLst>
        </pc:spChg>
        <pc:spChg chg="del">
          <ac:chgData name="Abdulrahman Abdulkader" userId="4bb965dfac336135" providerId="LiveId" clId="{17B4EB89-733B-49A0-A174-2FAE06603548}" dt="2026-01-01T20:12:40.992" v="11229" actId="478"/>
          <ac:spMkLst>
            <pc:docMk/>
            <pc:sldMk cId="1077323733" sldId="286"/>
            <ac:spMk id="46" creationId="{E575237A-681F-48B0-8D78-9A5B5D631791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54" creationId="{4981E526-EB9F-4BED-9481-5F8F9E2B891C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60" creationId="{2D460000-969B-4430-B827-EA683CEBC596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61" creationId="{11002C17-DD9B-4818-9A0F-7A0658D19458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66" creationId="{4DC1C761-91CB-4CD5-AC0F-39A1200FCA3D}"/>
          </ac:spMkLst>
        </pc:spChg>
        <pc:spChg chg="del mod">
          <ac:chgData name="Abdulrahman Abdulkader" userId="4bb965dfac336135" providerId="LiveId" clId="{17B4EB89-733B-49A0-A174-2FAE06603548}" dt="2026-01-01T20:14:39.406" v="11236" actId="478"/>
          <ac:spMkLst>
            <pc:docMk/>
            <pc:sldMk cId="1077323733" sldId="286"/>
            <ac:spMk id="75" creationId="{3431766F-DCC7-4A75-AC1A-3C5A91D7CE19}"/>
          </ac:spMkLst>
        </pc:spChg>
        <pc:spChg chg="mod">
          <ac:chgData name="Abdulrahman Abdulkader" userId="4bb965dfac336135" providerId="LiveId" clId="{17B4EB89-733B-49A0-A174-2FAE06603548}" dt="2026-01-01T20:12:49.380" v="11232" actId="1076"/>
          <ac:spMkLst>
            <pc:docMk/>
            <pc:sldMk cId="1077323733" sldId="286"/>
            <ac:spMk id="143" creationId="{F5BE898D-15F3-4C24-AACB-CF070C419CB3}"/>
          </ac:spMkLst>
        </pc:spChg>
        <pc:grpChg chg="del mod">
          <ac:chgData name="Abdulrahman Abdulkader" userId="4bb965dfac336135" providerId="LiveId" clId="{17B4EB89-733B-49A0-A174-2FAE06603548}" dt="2026-01-01T20:14:39.406" v="11236" actId="478"/>
          <ac:grpSpMkLst>
            <pc:docMk/>
            <pc:sldMk cId="1077323733" sldId="286"/>
            <ac:grpSpMk id="55" creationId="{D5D89823-BFEB-4F85-8F03-CB2499B75698}"/>
          </ac:grpSpMkLst>
        </pc:grpChg>
        <pc:grpChg chg="del mod">
          <ac:chgData name="Abdulrahman Abdulkader" userId="4bb965dfac336135" providerId="LiveId" clId="{17B4EB89-733B-49A0-A174-2FAE06603548}" dt="2026-01-01T20:14:39.406" v="11236" actId="478"/>
          <ac:grpSpMkLst>
            <pc:docMk/>
            <pc:sldMk cId="1077323733" sldId="286"/>
            <ac:grpSpMk id="150" creationId="{5DD1F1B7-1891-48F2-B427-310B5AB599B7}"/>
          </ac:grpSpMkLst>
        </pc:grpChg>
        <pc:grpChg chg="del">
          <ac:chgData name="Abdulrahman Abdulkader" userId="4bb965dfac336135" providerId="LiveId" clId="{17B4EB89-733B-49A0-A174-2FAE06603548}" dt="2026-01-01T20:12:40.992" v="11229" actId="478"/>
          <ac:grpSpMkLst>
            <pc:docMk/>
            <pc:sldMk cId="1077323733" sldId="286"/>
            <ac:grpSpMk id="228" creationId="{B3232DF3-EAF8-4488-A3E8-70814FD20D94}"/>
          </ac:grpSpMkLst>
        </pc:grpChg>
        <pc:grpChg chg="del">
          <ac:chgData name="Abdulrahman Abdulkader" userId="4bb965dfac336135" providerId="LiveId" clId="{17B4EB89-733B-49A0-A174-2FAE06603548}" dt="2026-01-01T20:12:40.992" v="11229" actId="478"/>
          <ac:grpSpMkLst>
            <pc:docMk/>
            <pc:sldMk cId="1077323733" sldId="286"/>
            <ac:grpSpMk id="229" creationId="{C7D83BE7-BB1D-417A-B062-559B23C8F816}"/>
          </ac:grpSpMkLst>
        </pc:grpChg>
        <pc:picChg chg="add del mod">
          <ac:chgData name="Abdulrahman Abdulkader" userId="4bb965dfac336135" providerId="LiveId" clId="{17B4EB89-733B-49A0-A174-2FAE06603548}" dt="2026-01-01T23:08:44.632" v="12404" actId="478"/>
          <ac:picMkLst>
            <pc:docMk/>
            <pc:sldMk cId="1077323733" sldId="286"/>
            <ac:picMk id="11" creationId="{A45B8DF9-FE2C-42F1-B08D-7BC94AB15B83}"/>
          </ac:picMkLst>
        </pc:picChg>
        <pc:picChg chg="add mod">
          <ac:chgData name="Abdulrahman Abdulkader" userId="4bb965dfac336135" providerId="LiveId" clId="{17B4EB89-733B-49A0-A174-2FAE06603548}" dt="2026-01-01T23:08:55.369" v="12409" actId="1076"/>
          <ac:picMkLst>
            <pc:docMk/>
            <pc:sldMk cId="1077323733" sldId="286"/>
            <ac:picMk id="13" creationId="{4815E77A-FA3A-455C-8DF9-099E929921C9}"/>
          </ac:picMkLst>
        </pc:pic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4" creationId="{C9A24F3F-D32F-4FFB-98AB-812C08E0F1D1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7" creationId="{F3A210F5-D567-46A7-B6FD-E221378AF162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39" creationId="{D3F6066F-28B4-40C6-862E-301EBAA0DC3E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53" creationId="{3B7C15F7-F1A9-4402-9F91-AF3F85D4B405}"/>
          </ac:cxnSpMkLst>
        </pc:cxnChg>
        <pc:cxnChg chg="mod">
          <ac:chgData name="Abdulrahman Abdulkader" userId="4bb965dfac336135" providerId="LiveId" clId="{17B4EB89-733B-49A0-A174-2FAE06603548}" dt="2026-01-01T20:12:40.992" v="11229" actId="478"/>
          <ac:cxnSpMkLst>
            <pc:docMk/>
            <pc:sldMk cId="1077323733" sldId="286"/>
            <ac:cxnSpMk id="57" creationId="{0BE8B4EE-47F8-49BC-BABF-3FE799FBCCA4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63" creationId="{DAC3B109-9EA4-4585-8E36-E3BFE9239A1E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64" creationId="{67255E44-B17D-4426-8B43-6BBEFB2364B7}"/>
          </ac:cxnSpMkLst>
        </pc:cxnChg>
        <pc:cxnChg chg="del mod">
          <ac:chgData name="Abdulrahman Abdulkader" userId="4bb965dfac336135" providerId="LiveId" clId="{17B4EB89-733B-49A0-A174-2FAE06603548}" dt="2026-01-01T20:14:39.406" v="11236" actId="478"/>
          <ac:cxnSpMkLst>
            <pc:docMk/>
            <pc:sldMk cId="1077323733" sldId="286"/>
            <ac:cxnSpMk id="76" creationId="{17AD3241-BBD9-4581-AAB2-8550F69E923E}"/>
          </ac:cxnSpMkLst>
        </pc:cxnChg>
      </pc:sldChg>
      <pc:sldChg chg="addSp delSp modSp add mod modAnim">
        <pc:chgData name="Abdulrahman Abdulkader" userId="4bb965dfac336135" providerId="LiveId" clId="{17B4EB89-733B-49A0-A174-2FAE06603548}" dt="2026-01-02T00:45:09.979" v="12589" actId="20577"/>
        <pc:sldMkLst>
          <pc:docMk/>
          <pc:sldMk cId="3998010988" sldId="287"/>
        </pc:sldMkLst>
        <pc:spChg chg="mod">
          <ac:chgData name="Abdulrahman Abdulkader" userId="4bb965dfac336135" providerId="LiveId" clId="{17B4EB89-733B-49A0-A174-2FAE06603548}" dt="2026-01-01T23:00:49.230" v="12358" actId="1076"/>
          <ac:spMkLst>
            <pc:docMk/>
            <pc:sldMk cId="3998010988" sldId="287"/>
            <ac:spMk id="2" creationId="{A44FA783-E9AF-4A8D-BF27-ADFE8D510C3E}"/>
          </ac:spMkLst>
        </pc:spChg>
        <pc:spChg chg="del">
          <ac:chgData name="Abdulrahman Abdulkader" userId="4bb965dfac336135" providerId="LiveId" clId="{17B4EB89-733B-49A0-A174-2FAE06603548}" dt="2026-01-02T00:39:48.446" v="12550" actId="478"/>
          <ac:spMkLst>
            <pc:docMk/>
            <pc:sldMk cId="3998010988" sldId="287"/>
            <ac:spMk id="9" creationId="{52387CA1-757E-4CEB-A70E-B2B7D50D8EBC}"/>
          </ac:spMkLst>
        </pc:spChg>
        <pc:spChg chg="mod">
          <ac:chgData name="Abdulrahman Abdulkader" userId="4bb965dfac336135" providerId="LiveId" clId="{17B4EB89-733B-49A0-A174-2FAE06603548}" dt="2026-01-01T20:28:27.533" v="11309" actId="1076"/>
          <ac:spMkLst>
            <pc:docMk/>
            <pc:sldMk cId="3998010988" sldId="287"/>
            <ac:spMk id="27" creationId="{050ADC57-9C5E-4EE5-AE47-6C0225081E6A}"/>
          </ac:spMkLst>
        </pc:spChg>
        <pc:spChg chg="mod">
          <ac:chgData name="Abdulrahman Abdulkader" userId="4bb965dfac336135" providerId="LiveId" clId="{17B4EB89-733B-49A0-A174-2FAE06603548}" dt="2026-01-01T23:00:54.975" v="12359" actId="1076"/>
          <ac:spMkLst>
            <pc:docMk/>
            <pc:sldMk cId="3998010988" sldId="287"/>
            <ac:spMk id="29" creationId="{0C8116DF-D9CA-495B-AFBD-32570FED8036}"/>
          </ac:spMkLst>
        </pc:spChg>
        <pc:spChg chg="mod">
          <ac:chgData name="Abdulrahman Abdulkader" userId="4bb965dfac336135" providerId="LiveId" clId="{17B4EB89-733B-49A0-A174-2FAE06603548}" dt="2026-01-01T20:28:07.884" v="11307" actId="571"/>
          <ac:spMkLst>
            <pc:docMk/>
            <pc:sldMk cId="3998010988" sldId="287"/>
            <ac:spMk id="31" creationId="{BBE81E9F-21F4-4B9E-A2DC-B07ED4F7D07C}"/>
          </ac:spMkLst>
        </pc:spChg>
        <pc:spChg chg="mod">
          <ac:chgData name="Abdulrahman Abdulkader" userId="4bb965dfac336135" providerId="LiveId" clId="{17B4EB89-733B-49A0-A174-2FAE06603548}" dt="2026-01-01T20:28:07.884" v="11307" actId="571"/>
          <ac:spMkLst>
            <pc:docMk/>
            <pc:sldMk cId="3998010988" sldId="287"/>
            <ac:spMk id="32" creationId="{5212B919-4056-46DD-81BC-B7C40C710740}"/>
          </ac:spMkLst>
        </pc:spChg>
        <pc:spChg chg="mod">
          <ac:chgData name="Abdulrahman Abdulkader" userId="4bb965dfac336135" providerId="LiveId" clId="{17B4EB89-733B-49A0-A174-2FAE06603548}" dt="2026-01-01T20:28:07.884" v="11307" actId="571"/>
          <ac:spMkLst>
            <pc:docMk/>
            <pc:sldMk cId="3998010988" sldId="287"/>
            <ac:spMk id="34" creationId="{307A43BB-5D07-46E9-87D5-B0195C4B52B0}"/>
          </ac:spMkLst>
        </pc:spChg>
        <pc:spChg chg="add mod">
          <ac:chgData name="Abdulrahman Abdulkader" userId="4bb965dfac336135" providerId="LiveId" clId="{17B4EB89-733B-49A0-A174-2FAE06603548}" dt="2026-01-01T20:29:15.964" v="11317" actId="1076"/>
          <ac:spMkLst>
            <pc:docMk/>
            <pc:sldMk cId="3998010988" sldId="287"/>
            <ac:spMk id="35" creationId="{77DCB45D-6CE8-4195-8479-18587B3D49E3}"/>
          </ac:spMkLst>
        </pc:spChg>
        <pc:spChg chg="mod">
          <ac:chgData name="Abdulrahman Abdulkader" userId="4bb965dfac336135" providerId="LiveId" clId="{17B4EB89-733B-49A0-A174-2FAE06603548}" dt="2026-01-01T23:00:29.144" v="12354" actId="1076"/>
          <ac:spMkLst>
            <pc:docMk/>
            <pc:sldMk cId="3998010988" sldId="287"/>
            <ac:spMk id="60" creationId="{2D460000-969B-4430-B827-EA683CEBC596}"/>
          </ac:spMkLst>
        </pc:spChg>
        <pc:spChg chg="add mod">
          <ac:chgData name="Abdulrahman Abdulkader" userId="4bb965dfac336135" providerId="LiveId" clId="{17B4EB89-733B-49A0-A174-2FAE06603548}" dt="2026-01-02T00:45:09.979" v="12589" actId="20577"/>
          <ac:spMkLst>
            <pc:docMk/>
            <pc:sldMk cId="3998010988" sldId="287"/>
            <ac:spMk id="62" creationId="{BBADB4B0-DE6C-42C3-9056-4ABAA4544948}"/>
          </ac:spMkLst>
        </pc:spChg>
        <pc:spChg chg="mod">
          <ac:chgData name="Abdulrahman Abdulkader" userId="4bb965dfac336135" providerId="LiveId" clId="{17B4EB89-733B-49A0-A174-2FAE06603548}" dt="2026-01-01T23:00:39.652" v="12356" actId="1076"/>
          <ac:spMkLst>
            <pc:docMk/>
            <pc:sldMk cId="3998010988" sldId="287"/>
            <ac:spMk id="66" creationId="{4DC1C761-91CB-4CD5-AC0F-39A1200FCA3D}"/>
          </ac:spMkLst>
        </pc:spChg>
        <pc:grpChg chg="add mod">
          <ac:chgData name="Abdulrahman Abdulkader" userId="4bb965dfac336135" providerId="LiveId" clId="{17B4EB89-733B-49A0-A174-2FAE06603548}" dt="2026-01-01T20:28:07.884" v="11307" actId="571"/>
          <ac:grpSpMkLst>
            <pc:docMk/>
            <pc:sldMk cId="3998010988" sldId="287"/>
            <ac:grpSpMk id="30" creationId="{A0870FF8-C5E4-4099-AF5C-AC3D20654AD8}"/>
          </ac:grpSpMkLst>
        </pc:grpChg>
        <pc:grpChg chg="mod">
          <ac:chgData name="Abdulrahman Abdulkader" userId="4bb965dfac336135" providerId="LiveId" clId="{17B4EB89-733B-49A0-A174-2FAE06603548}" dt="2026-01-02T00:40:02.430" v="12553" actId="1076"/>
          <ac:grpSpMkLst>
            <pc:docMk/>
            <pc:sldMk cId="3998010988" sldId="287"/>
            <ac:grpSpMk id="55" creationId="{D5D89823-BFEB-4F85-8F03-CB2499B75698}"/>
          </ac:grpSpMkLst>
        </pc:grpChg>
        <pc:grpChg chg="mod">
          <ac:chgData name="Abdulrahman Abdulkader" userId="4bb965dfac336135" providerId="LiveId" clId="{17B4EB89-733B-49A0-A174-2FAE06603548}" dt="2026-01-01T20:28:27.533" v="11309" actId="1076"/>
          <ac:grpSpMkLst>
            <pc:docMk/>
            <pc:sldMk cId="3998010988" sldId="287"/>
            <ac:grpSpMk id="150" creationId="{5DD1F1B7-1891-48F2-B427-310B5AB599B7}"/>
          </ac:grpSpMkLst>
        </pc:grpChg>
        <pc:cxnChg chg="mod">
          <ac:chgData name="Abdulrahman Abdulkader" userId="4bb965dfac336135" providerId="LiveId" clId="{17B4EB89-733B-49A0-A174-2FAE06603548}" dt="2026-01-01T23:00:49.230" v="12358" actId="1076"/>
          <ac:cxnSpMkLst>
            <pc:docMk/>
            <pc:sldMk cId="3998010988" sldId="287"/>
            <ac:cxnSpMk id="4" creationId="{C9A24F3F-D32F-4FFB-98AB-812C08E0F1D1}"/>
          </ac:cxnSpMkLst>
        </pc:cxnChg>
        <pc:cxnChg chg="del mod">
          <ac:chgData name="Abdulrahman Abdulkader" userId="4bb965dfac336135" providerId="LiveId" clId="{17B4EB89-733B-49A0-A174-2FAE06603548}" dt="2026-01-01T20:31:11.598" v="11327" actId="478"/>
          <ac:cxnSpMkLst>
            <pc:docMk/>
            <pc:sldMk cId="3998010988" sldId="287"/>
            <ac:cxnSpMk id="7" creationId="{F3A210F5-D567-46A7-B6FD-E221378AF162}"/>
          </ac:cxnSpMkLst>
        </pc:cxnChg>
        <pc:cxnChg chg="add mod">
          <ac:chgData name="Abdulrahman Abdulkader" userId="4bb965dfac336135" providerId="LiveId" clId="{17B4EB89-733B-49A0-A174-2FAE06603548}" dt="2026-01-01T20:29:15.964" v="11317" actId="1076"/>
          <ac:cxnSpMkLst>
            <pc:docMk/>
            <pc:sldMk cId="3998010988" sldId="287"/>
            <ac:cxnSpMk id="36" creationId="{6D9C56BE-6C1A-431B-8008-F95477BF9F6B}"/>
          </ac:cxnSpMkLst>
        </pc:cxnChg>
        <pc:cxnChg chg="mod">
          <ac:chgData name="Abdulrahman Abdulkader" userId="4bb965dfac336135" providerId="LiveId" clId="{17B4EB89-733B-49A0-A174-2FAE06603548}" dt="2026-01-01T23:01:02.687" v="12362" actId="14100"/>
          <ac:cxnSpMkLst>
            <pc:docMk/>
            <pc:sldMk cId="3998010988" sldId="287"/>
            <ac:cxnSpMk id="39" creationId="{D3F6066F-28B4-40C6-862E-301EBAA0DC3E}"/>
          </ac:cxnSpMkLst>
        </pc:cxnChg>
        <pc:cxnChg chg="add mod">
          <ac:chgData name="Abdulrahman Abdulkader" userId="4bb965dfac336135" providerId="LiveId" clId="{17B4EB89-733B-49A0-A174-2FAE06603548}" dt="2026-01-02T00:39:54.778" v="12552" actId="1076"/>
          <ac:cxnSpMkLst>
            <pc:docMk/>
            <pc:sldMk cId="3998010988" sldId="287"/>
            <ac:cxnSpMk id="40" creationId="{7C0F5BA3-8392-4C19-A4E9-F3F78ACF5E8E}"/>
          </ac:cxnSpMkLst>
        </pc:cxnChg>
        <pc:cxnChg chg="add mod">
          <ac:chgData name="Abdulrahman Abdulkader" userId="4bb965dfac336135" providerId="LiveId" clId="{17B4EB89-733B-49A0-A174-2FAE06603548}" dt="2026-01-01T20:30:46.152" v="11324" actId="14100"/>
          <ac:cxnSpMkLst>
            <pc:docMk/>
            <pc:sldMk cId="3998010988" sldId="287"/>
            <ac:cxnSpMk id="43" creationId="{D8AFA07A-D698-4DEC-9F56-1B7BFCFC60D1}"/>
          </ac:cxnSpMkLst>
        </pc:cxnChg>
        <pc:cxnChg chg="mod">
          <ac:chgData name="Abdulrahman Abdulkader" userId="4bb965dfac336135" providerId="LiveId" clId="{17B4EB89-733B-49A0-A174-2FAE06603548}" dt="2026-01-02T00:40:02.430" v="12553" actId="1076"/>
          <ac:cxnSpMkLst>
            <pc:docMk/>
            <pc:sldMk cId="3998010988" sldId="287"/>
            <ac:cxnSpMk id="63" creationId="{DAC3B109-9EA4-4585-8E36-E3BFE9239A1E}"/>
          </ac:cxnSpMkLst>
        </pc:cxnChg>
        <pc:cxnChg chg="mod">
          <ac:chgData name="Abdulrahman Abdulkader" userId="4bb965dfac336135" providerId="LiveId" clId="{17B4EB89-733B-49A0-A174-2FAE06603548}" dt="2026-01-02T00:40:02.430" v="12553" actId="1076"/>
          <ac:cxnSpMkLst>
            <pc:docMk/>
            <pc:sldMk cId="3998010988" sldId="287"/>
            <ac:cxnSpMk id="64" creationId="{67255E44-B17D-4426-8B43-6BBEFB2364B7}"/>
          </ac:cxnSpMkLst>
        </pc:cxnChg>
        <pc:cxnChg chg="mod">
          <ac:chgData name="Abdulrahman Abdulkader" userId="4bb965dfac336135" providerId="LiveId" clId="{17B4EB89-733B-49A0-A174-2FAE06603548}" dt="2026-01-02T00:40:02.430" v="12553" actId="1076"/>
          <ac:cxnSpMkLst>
            <pc:docMk/>
            <pc:sldMk cId="3998010988" sldId="287"/>
            <ac:cxnSpMk id="76" creationId="{17AD3241-BBD9-4581-AAB2-8550F69E923E}"/>
          </ac:cxnSpMkLst>
        </pc:cxnChg>
      </pc:sldChg>
      <pc:sldChg chg="addSp delSp modSp add mod ord delAnim">
        <pc:chgData name="Abdulrahman Abdulkader" userId="4bb965dfac336135" providerId="LiveId" clId="{17B4EB89-733B-49A0-A174-2FAE06603548}" dt="2026-01-01T22:37:28.464" v="12176" actId="207"/>
        <pc:sldMkLst>
          <pc:docMk/>
          <pc:sldMk cId="969290689" sldId="288"/>
        </pc:sldMkLst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2" creationId="{A44FA783-E9AF-4A8D-BF27-ADFE8D510C3E}"/>
          </ac:spMkLst>
        </pc:spChg>
        <pc:spChg chg="add mod">
          <ac:chgData name="Abdulrahman Abdulkader" userId="4bb965dfac336135" providerId="LiveId" clId="{17B4EB89-733B-49A0-A174-2FAE06603548}" dt="2026-01-01T22:37:28.464" v="12176" actId="207"/>
          <ac:spMkLst>
            <pc:docMk/>
            <pc:sldMk cId="969290689" sldId="288"/>
            <ac:spMk id="3" creationId="{82A3341B-46AD-4FED-9561-8309FC997AA4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9" creationId="{52387CA1-757E-4CEB-A70E-B2B7D50D8EBC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27" creationId="{050ADC57-9C5E-4EE5-AE47-6C0225081E6A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29" creationId="{0C8116DF-D9CA-495B-AFBD-32570FED8036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33" creationId="{03EB25BF-A853-4290-A025-C27D0D98525B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35" creationId="{77DCB45D-6CE8-4195-8479-18587B3D49E3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54" creationId="{4981E526-EB9F-4BED-9481-5F8F9E2B891C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60" creationId="{2D460000-969B-4430-B827-EA683CEBC596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61" creationId="{11002C17-DD9B-4818-9A0F-7A0658D19458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66" creationId="{4DC1C761-91CB-4CD5-AC0F-39A1200FCA3D}"/>
          </ac:spMkLst>
        </pc:spChg>
        <pc:spChg chg="del">
          <ac:chgData name="Abdulrahman Abdulkader" userId="4bb965dfac336135" providerId="LiveId" clId="{17B4EB89-733B-49A0-A174-2FAE06603548}" dt="2026-01-01T20:35:02.419" v="11334" actId="478"/>
          <ac:spMkLst>
            <pc:docMk/>
            <pc:sldMk cId="969290689" sldId="288"/>
            <ac:spMk id="75" creationId="{3431766F-DCC7-4A75-AC1A-3C5A91D7CE19}"/>
          </ac:spMkLst>
        </pc:spChg>
        <pc:spChg chg="mod">
          <ac:chgData name="Abdulrahman Abdulkader" userId="4bb965dfac336135" providerId="LiveId" clId="{17B4EB89-733B-49A0-A174-2FAE06603548}" dt="2026-01-01T20:36:13.061" v="11352" actId="20577"/>
          <ac:spMkLst>
            <pc:docMk/>
            <pc:sldMk cId="969290689" sldId="288"/>
            <ac:spMk id="143" creationId="{F5BE898D-15F3-4C24-AACB-CF070C419CB3}"/>
          </ac:spMkLst>
        </pc:spChg>
        <pc:grpChg chg="del">
          <ac:chgData name="Abdulrahman Abdulkader" userId="4bb965dfac336135" providerId="LiveId" clId="{17B4EB89-733B-49A0-A174-2FAE06603548}" dt="2026-01-01T20:35:02.419" v="11334" actId="478"/>
          <ac:grpSpMkLst>
            <pc:docMk/>
            <pc:sldMk cId="969290689" sldId="288"/>
            <ac:grpSpMk id="55" creationId="{D5D89823-BFEB-4F85-8F03-CB2499B75698}"/>
          </ac:grpSpMkLst>
        </pc:grpChg>
        <pc:grpChg chg="del">
          <ac:chgData name="Abdulrahman Abdulkader" userId="4bb965dfac336135" providerId="LiveId" clId="{17B4EB89-733B-49A0-A174-2FAE06603548}" dt="2026-01-01T20:35:02.419" v="11334" actId="478"/>
          <ac:grpSpMkLst>
            <pc:docMk/>
            <pc:sldMk cId="969290689" sldId="288"/>
            <ac:grpSpMk id="150" creationId="{5DD1F1B7-1891-48F2-B427-310B5AB599B7}"/>
          </ac:grpSpMkLst>
        </pc:grpChg>
        <pc:picChg chg="add mod">
          <ac:chgData name="Abdulrahman Abdulkader" userId="4bb965dfac336135" providerId="LiveId" clId="{17B4EB89-733B-49A0-A174-2FAE06603548}" dt="2026-01-01T20:39:41.506" v="11377" actId="1076"/>
          <ac:picMkLst>
            <pc:docMk/>
            <pc:sldMk cId="969290689" sldId="288"/>
            <ac:picMk id="6" creationId="{0ECADB6B-4FE2-4C3D-89C9-1E902B9E0C56}"/>
          </ac:picMkLst>
        </pc:pic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4" creationId="{C9A24F3F-D32F-4FFB-98AB-812C08E0F1D1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36" creationId="{6D9C56BE-6C1A-431B-8008-F95477BF9F6B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39" creationId="{D3F6066F-28B4-40C6-862E-301EBAA0DC3E}"/>
          </ac:cxnSpMkLst>
        </pc:cxnChg>
        <pc:cxnChg chg="del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40" creationId="{7C0F5BA3-8392-4C19-A4E9-F3F78ACF5E8E}"/>
          </ac:cxnSpMkLst>
        </pc:cxnChg>
        <pc:cxnChg chg="del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43" creationId="{D8AFA07A-D698-4DEC-9F56-1B7BFCFC60D1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53" creationId="{3B7C15F7-F1A9-4402-9F91-AF3F85D4B405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63" creationId="{DAC3B109-9EA4-4585-8E36-E3BFE9239A1E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64" creationId="{67255E44-B17D-4426-8B43-6BBEFB2364B7}"/>
          </ac:cxnSpMkLst>
        </pc:cxnChg>
        <pc:cxnChg chg="del mod">
          <ac:chgData name="Abdulrahman Abdulkader" userId="4bb965dfac336135" providerId="LiveId" clId="{17B4EB89-733B-49A0-A174-2FAE06603548}" dt="2026-01-01T20:35:02.419" v="11334" actId="478"/>
          <ac:cxnSpMkLst>
            <pc:docMk/>
            <pc:sldMk cId="969290689" sldId="288"/>
            <ac:cxnSpMk id="76" creationId="{17AD3241-BBD9-4581-AAB2-8550F69E923E}"/>
          </ac:cxnSpMkLst>
        </pc:cxnChg>
      </pc:sldChg>
      <pc:sldChg chg="new del">
        <pc:chgData name="Abdulrahman Abdulkader" userId="4bb965dfac336135" providerId="LiveId" clId="{17B4EB89-733B-49A0-A174-2FAE06603548}" dt="2026-01-01T20:34:52.524" v="11330" actId="680"/>
        <pc:sldMkLst>
          <pc:docMk/>
          <pc:sldMk cId="3413002435" sldId="288"/>
        </pc:sldMkLst>
      </pc:sldChg>
      <pc:sldChg chg="addSp delSp modSp add mod delAnim modAnim">
        <pc:chgData name="Abdulrahman Abdulkader" userId="4bb965dfac336135" providerId="LiveId" clId="{17B4EB89-733B-49A0-A174-2FAE06603548}" dt="2026-01-01T22:37:32.813" v="12177" actId="207"/>
        <pc:sldMkLst>
          <pc:docMk/>
          <pc:sldMk cId="209083266" sldId="289"/>
        </pc:sldMkLst>
        <pc:spChg chg="add del">
          <ac:chgData name="Abdulrahman Abdulkader" userId="4bb965dfac336135" providerId="LiveId" clId="{17B4EB89-733B-49A0-A174-2FAE06603548}" dt="2026-01-01T20:42:47.830" v="11391"/>
          <ac:spMkLst>
            <pc:docMk/>
            <pc:sldMk cId="209083266" sldId="289"/>
            <ac:spMk id="2" creationId="{D1C0B7B3-A8D0-4621-B748-619937C3A9C8}"/>
          </ac:spMkLst>
        </pc:spChg>
        <pc:spChg chg="add del mod">
          <ac:chgData name="Abdulrahman Abdulkader" userId="4bb965dfac336135" providerId="LiveId" clId="{17B4EB89-733B-49A0-A174-2FAE06603548}" dt="2026-01-01T20:43:01.181" v="11401" actId="478"/>
          <ac:spMkLst>
            <pc:docMk/>
            <pc:sldMk cId="209083266" sldId="289"/>
            <ac:spMk id="3" creationId="{82A3341B-46AD-4FED-9561-8309FC997AA4}"/>
          </ac:spMkLst>
        </pc:spChg>
        <pc:spChg chg="add del">
          <ac:chgData name="Abdulrahman Abdulkader" userId="4bb965dfac336135" providerId="LiveId" clId="{17B4EB89-733B-49A0-A174-2FAE06603548}" dt="2026-01-01T20:42:47.830" v="11391"/>
          <ac:spMkLst>
            <pc:docMk/>
            <pc:sldMk cId="209083266" sldId="289"/>
            <ac:spMk id="4" creationId="{1C2F19E9-BD9F-4631-A5DC-95E278C70A95}"/>
          </ac:spMkLst>
        </pc:spChg>
        <pc:spChg chg="add del">
          <ac:chgData name="Abdulrahman Abdulkader" userId="4bb965dfac336135" providerId="LiveId" clId="{17B4EB89-733B-49A0-A174-2FAE06603548}" dt="2026-01-01T20:42:47.830" v="11391"/>
          <ac:spMkLst>
            <pc:docMk/>
            <pc:sldMk cId="209083266" sldId="289"/>
            <ac:spMk id="5" creationId="{FA8445BC-0C15-4EE4-A512-23BB5B189DDC}"/>
          </ac:spMkLst>
        </pc:spChg>
        <pc:spChg chg="add del">
          <ac:chgData name="Abdulrahman Abdulkader" userId="4bb965dfac336135" providerId="LiveId" clId="{17B4EB89-733B-49A0-A174-2FAE06603548}" dt="2026-01-01T20:42:50.182" v="11393"/>
          <ac:spMkLst>
            <pc:docMk/>
            <pc:sldMk cId="209083266" sldId="289"/>
            <ac:spMk id="7" creationId="{CC1EB705-33A0-48BE-98D0-5C15FAA852E8}"/>
          </ac:spMkLst>
        </pc:spChg>
        <pc:spChg chg="add del">
          <ac:chgData name="Abdulrahman Abdulkader" userId="4bb965dfac336135" providerId="LiveId" clId="{17B4EB89-733B-49A0-A174-2FAE06603548}" dt="2026-01-01T20:42:50.182" v="11393"/>
          <ac:spMkLst>
            <pc:docMk/>
            <pc:sldMk cId="209083266" sldId="289"/>
            <ac:spMk id="8" creationId="{387CF987-92AC-4718-9B5F-914B634B3873}"/>
          </ac:spMkLst>
        </pc:spChg>
        <pc:spChg chg="add del">
          <ac:chgData name="Abdulrahman Abdulkader" userId="4bb965dfac336135" providerId="LiveId" clId="{17B4EB89-733B-49A0-A174-2FAE06603548}" dt="2026-01-01T20:42:50.182" v="11393"/>
          <ac:spMkLst>
            <pc:docMk/>
            <pc:sldMk cId="209083266" sldId="289"/>
            <ac:spMk id="9" creationId="{D5129370-53C6-4B04-82E6-CC14DA4866CC}"/>
          </ac:spMkLst>
        </pc:spChg>
        <pc:spChg chg="add del">
          <ac:chgData name="Abdulrahman Abdulkader" userId="4bb965dfac336135" providerId="LiveId" clId="{17B4EB89-733B-49A0-A174-2FAE06603548}" dt="2026-01-01T20:42:55.280" v="11400"/>
          <ac:spMkLst>
            <pc:docMk/>
            <pc:sldMk cId="209083266" sldId="289"/>
            <ac:spMk id="10" creationId="{1C89FBF7-9AE9-4753-85CC-7189D33B22CE}"/>
          </ac:spMkLst>
        </pc:spChg>
        <pc:spChg chg="add del">
          <ac:chgData name="Abdulrahman Abdulkader" userId="4bb965dfac336135" providerId="LiveId" clId="{17B4EB89-733B-49A0-A174-2FAE06603548}" dt="2026-01-01T20:42:55.280" v="11400"/>
          <ac:spMkLst>
            <pc:docMk/>
            <pc:sldMk cId="209083266" sldId="289"/>
            <ac:spMk id="11" creationId="{ED5DFA0A-3503-4B4E-A9EE-FF0A964E542A}"/>
          </ac:spMkLst>
        </pc:spChg>
        <pc:spChg chg="add del">
          <ac:chgData name="Abdulrahman Abdulkader" userId="4bb965dfac336135" providerId="LiveId" clId="{17B4EB89-733B-49A0-A174-2FAE06603548}" dt="2026-01-01T20:42:55.280" v="11400"/>
          <ac:spMkLst>
            <pc:docMk/>
            <pc:sldMk cId="209083266" sldId="289"/>
            <ac:spMk id="12" creationId="{09418BB4-D380-4C23-9188-6467C3CF1496}"/>
          </ac:spMkLst>
        </pc:spChg>
        <pc:spChg chg="add mod">
          <ac:chgData name="Abdulrahman Abdulkader" userId="4bb965dfac336135" providerId="LiveId" clId="{17B4EB89-733B-49A0-A174-2FAE06603548}" dt="2026-01-01T22:37:32.813" v="12177" actId="207"/>
          <ac:spMkLst>
            <pc:docMk/>
            <pc:sldMk cId="209083266" sldId="289"/>
            <ac:spMk id="13" creationId="{FB9EC564-7745-4683-89C9-75B588FD30F6}"/>
          </ac:spMkLst>
        </pc:spChg>
        <pc:spChg chg="add del mod">
          <ac:chgData name="Abdulrahman Abdulkader" userId="4bb965dfac336135" providerId="LiveId" clId="{17B4EB89-733B-49A0-A174-2FAE06603548}" dt="2026-01-01T20:43:29.242" v="11407" actId="478"/>
          <ac:spMkLst>
            <pc:docMk/>
            <pc:sldMk cId="209083266" sldId="289"/>
            <ac:spMk id="14" creationId="{3BBAA24B-9174-4CB5-ABD2-C7DB43F26D22}"/>
          </ac:spMkLst>
        </pc:spChg>
        <pc:spChg chg="add mod">
          <ac:chgData name="Abdulrahman Abdulkader" userId="4bb965dfac336135" providerId="LiveId" clId="{17B4EB89-733B-49A0-A174-2FAE06603548}" dt="2026-01-01T21:02:26.762" v="11467" actId="20577"/>
          <ac:spMkLst>
            <pc:docMk/>
            <pc:sldMk cId="209083266" sldId="289"/>
            <ac:spMk id="15" creationId="{4C1547DC-EB81-4AA6-92E5-A1C73153D019}"/>
          </ac:spMkLst>
        </pc:spChg>
        <pc:spChg chg="add del">
          <ac:chgData name="Abdulrahman Abdulkader" userId="4bb965dfac336135" providerId="LiveId" clId="{17B4EB89-733B-49A0-A174-2FAE06603548}" dt="2026-01-01T20:57:15.331" v="11433"/>
          <ac:spMkLst>
            <pc:docMk/>
            <pc:sldMk cId="209083266" sldId="289"/>
            <ac:spMk id="16" creationId="{A226DF89-D316-4488-ADBE-47DD56B2F6F7}"/>
          </ac:spMkLst>
        </pc:spChg>
        <pc:spChg chg="add del">
          <ac:chgData name="Abdulrahman Abdulkader" userId="4bb965dfac336135" providerId="LiveId" clId="{17B4EB89-733B-49A0-A174-2FAE06603548}" dt="2026-01-01T20:57:15.331" v="11433"/>
          <ac:spMkLst>
            <pc:docMk/>
            <pc:sldMk cId="209083266" sldId="289"/>
            <ac:spMk id="17" creationId="{5B9999AB-B330-4EC0-AFB3-6CF78B6661E3}"/>
          </ac:spMkLst>
        </pc:spChg>
        <pc:spChg chg="add del">
          <ac:chgData name="Abdulrahman Abdulkader" userId="4bb965dfac336135" providerId="LiveId" clId="{17B4EB89-733B-49A0-A174-2FAE06603548}" dt="2026-01-01T20:57:15.331" v="11433"/>
          <ac:spMkLst>
            <pc:docMk/>
            <pc:sldMk cId="209083266" sldId="289"/>
            <ac:spMk id="18" creationId="{1AD4BE8B-04AE-4B36-9CBB-9796B8DE886F}"/>
          </ac:spMkLst>
        </pc:spChg>
        <pc:spChg chg="mod">
          <ac:chgData name="Abdulrahman Abdulkader" userId="4bb965dfac336135" providerId="LiveId" clId="{17B4EB89-733B-49A0-A174-2FAE06603548}" dt="2026-01-01T20:42:18.480" v="11387" actId="20577"/>
          <ac:spMkLst>
            <pc:docMk/>
            <pc:sldMk cId="209083266" sldId="289"/>
            <ac:spMk id="143" creationId="{F5BE898D-15F3-4C24-AACB-CF070C419CB3}"/>
          </ac:spMkLst>
        </pc:spChg>
        <pc:picChg chg="del mod">
          <ac:chgData name="Abdulrahman Abdulkader" userId="4bb965dfac336135" providerId="LiveId" clId="{17B4EB89-733B-49A0-A174-2FAE06603548}" dt="2026-01-01T20:58:34.608" v="11444" actId="478"/>
          <ac:picMkLst>
            <pc:docMk/>
            <pc:sldMk cId="209083266" sldId="289"/>
            <ac:picMk id="6" creationId="{0ECADB6B-4FE2-4C3D-89C9-1E902B9E0C56}"/>
          </ac:picMkLst>
        </pc:picChg>
        <pc:picChg chg="add del mod">
          <ac:chgData name="Abdulrahman Abdulkader" userId="4bb965dfac336135" providerId="LiveId" clId="{17B4EB89-733B-49A0-A174-2FAE06603548}" dt="2026-01-01T21:19:41.947" v="11554" actId="478"/>
          <ac:picMkLst>
            <pc:docMk/>
            <pc:sldMk cId="209083266" sldId="289"/>
            <ac:picMk id="20" creationId="{746C0951-84EF-4000-ACDB-7D1981DB0AFD}"/>
          </ac:picMkLst>
        </pc:picChg>
        <pc:picChg chg="add mod">
          <ac:chgData name="Abdulrahman Abdulkader" userId="4bb965dfac336135" providerId="LiveId" clId="{17B4EB89-733B-49A0-A174-2FAE06603548}" dt="2026-01-01T21:20:08.078" v="11559" actId="1076"/>
          <ac:picMkLst>
            <pc:docMk/>
            <pc:sldMk cId="209083266" sldId="289"/>
            <ac:picMk id="22" creationId="{0C807885-8AB8-4B65-A0B5-F160EFE0746C}"/>
          </ac:picMkLst>
        </pc:picChg>
      </pc:sldChg>
      <pc:sldChg chg="addSp delSp modSp new mod">
        <pc:chgData name="Abdulrahman Abdulkader" userId="4bb965dfac336135" providerId="LiveId" clId="{17B4EB89-733B-49A0-A174-2FAE06603548}" dt="2026-01-01T21:22:16.149" v="11584" actId="1076"/>
        <pc:sldMkLst>
          <pc:docMk/>
          <pc:sldMk cId="3327370034" sldId="290"/>
        </pc:sldMkLst>
        <pc:spChg chg="mod">
          <ac:chgData name="Abdulrahman Abdulkader" userId="4bb965dfac336135" providerId="LiveId" clId="{17B4EB89-733B-49A0-A174-2FAE06603548}" dt="2026-01-01T21:22:16.149" v="11584" actId="1076"/>
          <ac:spMkLst>
            <pc:docMk/>
            <pc:sldMk cId="3327370034" sldId="290"/>
            <ac:spMk id="2" creationId="{ED63B5E2-9E95-4BF4-A041-3D69EA794DD0}"/>
          </ac:spMkLst>
        </pc:spChg>
        <pc:spChg chg="del mod">
          <ac:chgData name="Abdulrahman Abdulkader" userId="4bb965dfac336135" providerId="LiveId" clId="{17B4EB89-733B-49A0-A174-2FAE06603548}" dt="2026-01-01T21:06:17.021" v="11485" actId="478"/>
          <ac:spMkLst>
            <pc:docMk/>
            <pc:sldMk cId="3327370034" sldId="290"/>
            <ac:spMk id="3" creationId="{500D6E00-98E3-45F9-9580-4FAFCDA505D5}"/>
          </ac:spMkLst>
        </pc:spChg>
        <pc:spChg chg="add del">
          <ac:chgData name="Abdulrahman Abdulkader" userId="4bb965dfac336135" providerId="LiveId" clId="{17B4EB89-733B-49A0-A174-2FAE06603548}" dt="2026-01-01T21:06:20.730" v="11487" actId="22"/>
          <ac:spMkLst>
            <pc:docMk/>
            <pc:sldMk cId="3327370034" sldId="290"/>
            <ac:spMk id="5" creationId="{0DA5000C-B19F-4BF1-AACB-E0CB15ECA7C7}"/>
          </ac:spMkLst>
        </pc:spChg>
        <pc:spChg chg="add del">
          <ac:chgData name="Abdulrahman Abdulkader" userId="4bb965dfac336135" providerId="LiveId" clId="{17B4EB89-733B-49A0-A174-2FAE06603548}" dt="2026-01-01T21:07:01.411" v="11496" actId="22"/>
          <ac:spMkLst>
            <pc:docMk/>
            <pc:sldMk cId="3327370034" sldId="290"/>
            <ac:spMk id="9" creationId="{30CC0A20-AB41-4FFC-A410-870C031DEB64}"/>
          </ac:spMkLst>
        </pc:spChg>
        <pc:spChg chg="add del">
          <ac:chgData name="Abdulrahman Abdulkader" userId="4bb965dfac336135" providerId="LiveId" clId="{17B4EB89-733B-49A0-A174-2FAE06603548}" dt="2026-01-01T21:07:10.382" v="11498" actId="22"/>
          <ac:spMkLst>
            <pc:docMk/>
            <pc:sldMk cId="3327370034" sldId="290"/>
            <ac:spMk id="11" creationId="{CB1BEC73-794D-4801-A51C-84B8AF1484AC}"/>
          </ac:spMkLst>
        </pc:spChg>
        <pc:spChg chg="add del mod ord">
          <ac:chgData name="Abdulrahman Abdulkader" userId="4bb965dfac336135" providerId="LiveId" clId="{17B4EB89-733B-49A0-A174-2FAE06603548}" dt="2026-01-01T21:14:13.970" v="11542" actId="478"/>
          <ac:spMkLst>
            <pc:docMk/>
            <pc:sldMk cId="3327370034" sldId="290"/>
            <ac:spMk id="13" creationId="{222CB86C-EE04-4C69-9C6E-AF5D620F7349}"/>
          </ac:spMkLst>
        </pc:spChg>
        <pc:spChg chg="add del mod">
          <ac:chgData name="Abdulrahman Abdulkader" userId="4bb965dfac336135" providerId="LiveId" clId="{17B4EB89-733B-49A0-A174-2FAE06603548}" dt="2026-01-01T21:14:14.906" v="11543" actId="478"/>
          <ac:spMkLst>
            <pc:docMk/>
            <pc:sldMk cId="3327370034" sldId="290"/>
            <ac:spMk id="14" creationId="{87516902-1EE5-49C2-8753-D1A4EB77134C}"/>
          </ac:spMkLst>
        </pc:spChg>
        <pc:spChg chg="add del">
          <ac:chgData name="Abdulrahman Abdulkader" userId="4bb965dfac336135" providerId="LiveId" clId="{17B4EB89-733B-49A0-A174-2FAE06603548}" dt="2026-01-01T21:11:50.023" v="11522" actId="22"/>
          <ac:spMkLst>
            <pc:docMk/>
            <pc:sldMk cId="3327370034" sldId="290"/>
            <ac:spMk id="16" creationId="{ED325049-C884-4757-9A1B-04AE5E793A63}"/>
          </ac:spMkLst>
        </pc:spChg>
        <pc:spChg chg="add del">
          <ac:chgData name="Abdulrahman Abdulkader" userId="4bb965dfac336135" providerId="LiveId" clId="{17B4EB89-733B-49A0-A174-2FAE06603548}" dt="2026-01-01T21:11:53.216" v="11524" actId="22"/>
          <ac:spMkLst>
            <pc:docMk/>
            <pc:sldMk cId="3327370034" sldId="290"/>
            <ac:spMk id="18" creationId="{05E36AC6-A17E-4B74-B7EA-2D21B312ACA4}"/>
          </ac:spMkLst>
        </pc:spChg>
        <pc:spChg chg="add del mod">
          <ac:chgData name="Abdulrahman Abdulkader" userId="4bb965dfac336135" providerId="LiveId" clId="{17B4EB89-733B-49A0-A174-2FAE06603548}" dt="2026-01-01T21:12:05.402" v="11531" actId="478"/>
          <ac:spMkLst>
            <pc:docMk/>
            <pc:sldMk cId="3327370034" sldId="290"/>
            <ac:spMk id="20" creationId="{4C7FBB5F-70B1-4F20-BEB9-1D468AF01D03}"/>
          </ac:spMkLst>
        </pc:spChg>
        <pc:spChg chg="add del">
          <ac:chgData name="Abdulrahman Abdulkader" userId="4bb965dfac336135" providerId="LiveId" clId="{17B4EB89-733B-49A0-A174-2FAE06603548}" dt="2026-01-01T21:12:11.129" v="11533" actId="22"/>
          <ac:spMkLst>
            <pc:docMk/>
            <pc:sldMk cId="3327370034" sldId="290"/>
            <ac:spMk id="22" creationId="{C7EEB308-E5F5-4A57-8AD2-EE0DCB743101}"/>
          </ac:spMkLst>
        </pc:spChg>
        <pc:spChg chg="add del mod">
          <ac:chgData name="Abdulrahman Abdulkader" userId="4bb965dfac336135" providerId="LiveId" clId="{17B4EB89-733B-49A0-A174-2FAE06603548}" dt="2026-01-01T21:13:19.199" v="11536" actId="478"/>
          <ac:spMkLst>
            <pc:docMk/>
            <pc:sldMk cId="3327370034" sldId="290"/>
            <ac:spMk id="24" creationId="{7E4AE358-0D3E-4E42-87A4-3C98014D2C0B}"/>
          </ac:spMkLst>
        </pc:spChg>
        <pc:picChg chg="add del mod">
          <ac:chgData name="Abdulrahman Abdulkader" userId="4bb965dfac336135" providerId="LiveId" clId="{17B4EB89-733B-49A0-A174-2FAE06603548}" dt="2026-01-01T21:06:42.876" v="11494"/>
          <ac:picMkLst>
            <pc:docMk/>
            <pc:sldMk cId="3327370034" sldId="290"/>
            <ac:picMk id="7" creationId="{EC1185F1-028E-4B71-B7C4-88FDD5CD5806}"/>
          </ac:picMkLst>
        </pc:picChg>
        <pc:picChg chg="add del mod">
          <ac:chgData name="Abdulrahman Abdulkader" userId="4bb965dfac336135" providerId="LiveId" clId="{17B4EB89-733B-49A0-A174-2FAE06603548}" dt="2026-01-01T21:21:13.875" v="11560" actId="478"/>
          <ac:picMkLst>
            <pc:docMk/>
            <pc:sldMk cId="3327370034" sldId="290"/>
            <ac:picMk id="26" creationId="{763C0905-0268-4A79-843E-44364FD86F2D}"/>
          </ac:picMkLst>
        </pc:picChg>
        <pc:picChg chg="add mod">
          <ac:chgData name="Abdulrahman Abdulkader" userId="4bb965dfac336135" providerId="LiveId" clId="{17B4EB89-733B-49A0-A174-2FAE06603548}" dt="2026-01-01T21:14:50.065" v="11551" actId="1076"/>
          <ac:picMkLst>
            <pc:docMk/>
            <pc:sldMk cId="3327370034" sldId="290"/>
            <ac:picMk id="28" creationId="{2A5ED4F2-781A-4A99-A582-56609AEA12A7}"/>
          </ac:picMkLst>
        </pc:picChg>
        <pc:picChg chg="add mod">
          <ac:chgData name="Abdulrahman Abdulkader" userId="4bb965dfac336135" providerId="LiveId" clId="{17B4EB89-733B-49A0-A174-2FAE06603548}" dt="2026-01-01T21:21:25.299" v="11564" actId="1582"/>
          <ac:picMkLst>
            <pc:docMk/>
            <pc:sldMk cId="3327370034" sldId="290"/>
            <ac:picMk id="30" creationId="{C4C40396-44F2-4323-9A4C-72D4B8BE649D}"/>
          </ac:picMkLst>
        </pc:picChg>
      </pc:sldChg>
      <pc:sldChg chg="addSp delSp modSp new add del mod ord delAnim modAnim">
        <pc:chgData name="Abdulrahman Abdulkader" userId="4bb965dfac336135" providerId="LiveId" clId="{17B4EB89-733B-49A0-A174-2FAE06603548}" dt="2026-01-02T20:42:32.666" v="12647" actId="1076"/>
        <pc:sldMkLst>
          <pc:docMk/>
          <pc:sldMk cId="1667389619" sldId="291"/>
        </pc:sldMkLst>
        <pc:spChg chg="del mod">
          <ac:chgData name="Abdulrahman Abdulkader" userId="4bb965dfac336135" providerId="LiveId" clId="{17B4EB89-733B-49A0-A174-2FAE06603548}" dt="2026-01-01T21:49:04.275" v="11853" actId="478"/>
          <ac:spMkLst>
            <pc:docMk/>
            <pc:sldMk cId="1667389619" sldId="291"/>
            <ac:spMk id="2" creationId="{81DD93A4-7193-49B9-980C-79FFA10C0143}"/>
          </ac:spMkLst>
        </pc:spChg>
        <pc:spChg chg="del mod">
          <ac:chgData name="Abdulrahman Abdulkader" userId="4bb965dfac336135" providerId="LiveId" clId="{17B4EB89-733B-49A0-A174-2FAE06603548}" dt="2026-01-01T21:25:38.864" v="11612" actId="22"/>
          <ac:spMkLst>
            <pc:docMk/>
            <pc:sldMk cId="1667389619" sldId="291"/>
            <ac:spMk id="3" creationId="{446FEAF7-99FF-4054-860B-956AB6443BD2}"/>
          </ac:spMkLst>
        </pc:spChg>
        <pc:spChg chg="add del mod">
          <ac:chgData name="Abdulrahman Abdulkader" userId="4bb965dfac336135" providerId="LiveId" clId="{17B4EB89-733B-49A0-A174-2FAE06603548}" dt="2026-01-01T21:25:45.674" v="11615"/>
          <ac:spMkLst>
            <pc:docMk/>
            <pc:sldMk cId="1667389619" sldId="291"/>
            <ac:spMk id="7" creationId="{4239CFF9-2181-4ED3-AE7A-E0763F14A484}"/>
          </ac:spMkLst>
        </pc:spChg>
        <pc:spChg chg="add del mod">
          <ac:chgData name="Abdulrahman Abdulkader" userId="4bb965dfac336135" providerId="LiveId" clId="{17B4EB89-733B-49A0-A174-2FAE06603548}" dt="2026-01-01T21:27:23.888" v="11673" actId="478"/>
          <ac:spMkLst>
            <pc:docMk/>
            <pc:sldMk cId="1667389619" sldId="291"/>
            <ac:spMk id="15" creationId="{6B849E51-D98C-4A3E-9D5C-EF19269B0548}"/>
          </ac:spMkLst>
        </pc:spChg>
        <pc:spChg chg="add del mod ord">
          <ac:chgData name="Abdulrahman Abdulkader" userId="4bb965dfac336135" providerId="LiveId" clId="{17B4EB89-733B-49A0-A174-2FAE06603548}" dt="2026-01-01T21:34:36.439" v="11732" actId="478"/>
          <ac:spMkLst>
            <pc:docMk/>
            <pc:sldMk cId="1667389619" sldId="291"/>
            <ac:spMk id="17" creationId="{0DDE602D-0084-4DBA-B370-F21580768699}"/>
          </ac:spMkLst>
        </pc:spChg>
        <pc:spChg chg="add del mod">
          <ac:chgData name="Abdulrahman Abdulkader" userId="4bb965dfac336135" providerId="LiveId" clId="{17B4EB89-733B-49A0-A174-2FAE06603548}" dt="2026-01-01T21:34:33.620" v="11729" actId="478"/>
          <ac:spMkLst>
            <pc:docMk/>
            <pc:sldMk cId="1667389619" sldId="291"/>
            <ac:spMk id="18" creationId="{4355567E-23F2-47AD-8488-BFD0FEC396CB}"/>
          </ac:spMkLst>
        </pc:spChg>
        <pc:spChg chg="add del mod">
          <ac:chgData name="Abdulrahman Abdulkader" userId="4bb965dfac336135" providerId="LiveId" clId="{17B4EB89-733B-49A0-A174-2FAE06603548}" dt="2026-01-01T21:49:44.228" v="11890" actId="207"/>
          <ac:spMkLst>
            <pc:docMk/>
            <pc:sldMk cId="1667389619" sldId="291"/>
            <ac:spMk id="24" creationId="{9B019263-072E-4A34-9E30-EF4B17E71ACC}"/>
          </ac:spMkLst>
        </pc:spChg>
        <pc:spChg chg="add del">
          <ac:chgData name="Abdulrahman Abdulkader" userId="4bb965dfac336135" providerId="LiveId" clId="{17B4EB89-733B-49A0-A174-2FAE06603548}" dt="2026-01-01T21:49:07.311" v="11857"/>
          <ac:spMkLst>
            <pc:docMk/>
            <pc:sldMk cId="1667389619" sldId="291"/>
            <ac:spMk id="25" creationId="{B00CD336-43D9-4DAC-8EC2-2C3AF6D1CBB9}"/>
          </ac:spMkLst>
        </pc:spChg>
        <pc:spChg chg="add del mod">
          <ac:chgData name="Abdulrahman Abdulkader" userId="4bb965dfac336135" providerId="LiveId" clId="{17B4EB89-733B-49A0-A174-2FAE06603548}" dt="2026-01-02T20:42:28.460" v="12646" actId="478"/>
          <ac:spMkLst>
            <pc:docMk/>
            <pc:sldMk cId="1667389619" sldId="291"/>
            <ac:spMk id="26" creationId="{37AED3FD-6B8B-49FF-BFCE-9636702B1AF6}"/>
          </ac:spMkLst>
        </pc:spChg>
        <pc:spChg chg="add mod">
          <ac:chgData name="Abdulrahman Abdulkader" userId="4bb965dfac336135" providerId="LiveId" clId="{17B4EB89-733B-49A0-A174-2FAE06603548}" dt="2026-01-02T20:42:32.666" v="12647" actId="1076"/>
          <ac:spMkLst>
            <pc:docMk/>
            <pc:sldMk cId="1667389619" sldId="291"/>
            <ac:spMk id="28" creationId="{54DE0869-C8E1-413F-A168-0F1E2F77D04E}"/>
          </ac:spMkLst>
        </pc:spChg>
        <pc:picChg chg="add del mod ord">
          <ac:chgData name="Abdulrahman Abdulkader" userId="4bb965dfac336135" providerId="LiveId" clId="{17B4EB89-733B-49A0-A174-2FAE06603548}" dt="2026-01-01T21:25:41.647" v="11614" actId="478"/>
          <ac:picMkLst>
            <pc:docMk/>
            <pc:sldMk cId="1667389619" sldId="291"/>
            <ac:picMk id="5" creationId="{3370E5A0-1B8F-4DC0-8D62-58B183C3EE44}"/>
          </ac:picMkLst>
        </pc:picChg>
        <pc:picChg chg="add del mod">
          <ac:chgData name="Abdulrahman Abdulkader" userId="4bb965dfac336135" providerId="LiveId" clId="{17B4EB89-733B-49A0-A174-2FAE06603548}" dt="2026-01-01T21:26:35.217" v="11630" actId="478"/>
          <ac:picMkLst>
            <pc:docMk/>
            <pc:sldMk cId="1667389619" sldId="291"/>
            <ac:picMk id="9" creationId="{B7AC7C18-5EC1-4A77-BBB4-F14070E3A8BF}"/>
          </ac:picMkLst>
        </pc:picChg>
        <pc:picChg chg="add del mod">
          <ac:chgData name="Abdulrahman Abdulkader" userId="4bb965dfac336135" providerId="LiveId" clId="{17B4EB89-733B-49A0-A174-2FAE06603548}" dt="2026-01-01T21:26:35.217" v="11630" actId="478"/>
          <ac:picMkLst>
            <pc:docMk/>
            <pc:sldMk cId="1667389619" sldId="291"/>
            <ac:picMk id="11" creationId="{17910B70-C51A-4C15-AAD7-62750599C8CC}"/>
          </ac:picMkLst>
        </pc:picChg>
        <pc:picChg chg="add del mod">
          <ac:chgData name="Abdulrahman Abdulkader" userId="4bb965dfac336135" providerId="LiveId" clId="{17B4EB89-733B-49A0-A174-2FAE06603548}" dt="2026-01-01T21:26:37.575" v="11631" actId="478"/>
          <ac:picMkLst>
            <pc:docMk/>
            <pc:sldMk cId="1667389619" sldId="291"/>
            <ac:picMk id="13" creationId="{2B699FA4-0DB8-40ED-B15A-EBCBC0F35A7F}"/>
          </ac:picMkLst>
        </pc:picChg>
      </pc:sldChg>
      <pc:sldChg chg="addSp delSp modSp new mod modAnim">
        <pc:chgData name="Abdulrahman Abdulkader" userId="4bb965dfac336135" providerId="LiveId" clId="{17B4EB89-733B-49A0-A174-2FAE06603548}" dt="2026-01-01T21:47:18.404" v="11825"/>
        <pc:sldMkLst>
          <pc:docMk/>
          <pc:sldMk cId="1965784434" sldId="292"/>
        </pc:sldMkLst>
        <pc:spChg chg="mod">
          <ac:chgData name="Abdulrahman Abdulkader" userId="4bb965dfac336135" providerId="LiveId" clId="{17B4EB89-733B-49A0-A174-2FAE06603548}" dt="2026-01-01T21:46:25.580" v="11821" actId="113"/>
          <ac:spMkLst>
            <pc:docMk/>
            <pc:sldMk cId="1965784434" sldId="292"/>
            <ac:spMk id="2" creationId="{1722F229-3E62-4A5D-8BEB-EF646E9D48AA}"/>
          </ac:spMkLst>
        </pc:spChg>
        <pc:spChg chg="del">
          <ac:chgData name="Abdulrahman Abdulkader" userId="4bb965dfac336135" providerId="LiveId" clId="{17B4EB89-733B-49A0-A174-2FAE06603548}" dt="2026-01-01T21:41:01.123" v="11740" actId="478"/>
          <ac:spMkLst>
            <pc:docMk/>
            <pc:sldMk cId="1965784434" sldId="292"/>
            <ac:spMk id="3" creationId="{681180C6-3579-4B7C-84FB-47046D64763A}"/>
          </ac:spMkLst>
        </pc:spChg>
        <pc:spChg chg="add mod">
          <ac:chgData name="Abdulrahman Abdulkader" userId="4bb965dfac336135" providerId="LiveId" clId="{17B4EB89-733B-49A0-A174-2FAE06603548}" dt="2026-01-01T21:45:34.048" v="11814" actId="207"/>
          <ac:spMkLst>
            <pc:docMk/>
            <pc:sldMk cId="1965784434" sldId="292"/>
            <ac:spMk id="5" creationId="{E878328A-FD95-42B4-880E-4027C1BD7832}"/>
          </ac:spMkLst>
        </pc:spChg>
        <pc:spChg chg="add mod">
          <ac:chgData name="Abdulrahman Abdulkader" userId="4bb965dfac336135" providerId="LiveId" clId="{17B4EB89-733B-49A0-A174-2FAE06603548}" dt="2026-01-01T21:45:55.842" v="11819" actId="207"/>
          <ac:spMkLst>
            <pc:docMk/>
            <pc:sldMk cId="1965784434" sldId="292"/>
            <ac:spMk id="6" creationId="{0202A387-234E-487F-8CFD-565B81FE286C}"/>
          </ac:spMkLst>
        </pc:spChg>
        <pc:spChg chg="add del mod">
          <ac:chgData name="Abdulrahman Abdulkader" userId="4bb965dfac336135" providerId="LiveId" clId="{17B4EB89-733B-49A0-A174-2FAE06603548}" dt="2026-01-01T21:44:56.745" v="11808" actId="478"/>
          <ac:spMkLst>
            <pc:docMk/>
            <pc:sldMk cId="1965784434" sldId="292"/>
            <ac:spMk id="7" creationId="{A42A9CFE-ED04-444C-AB4D-C5E0E98810B6}"/>
          </ac:spMkLst>
        </pc:spChg>
        <pc:spChg chg="add del">
          <ac:chgData name="Abdulrahman Abdulkader" userId="4bb965dfac336135" providerId="LiveId" clId="{17B4EB89-733B-49A0-A174-2FAE06603548}" dt="2026-01-01T21:43:32.634" v="11777"/>
          <ac:spMkLst>
            <pc:docMk/>
            <pc:sldMk cId="1965784434" sldId="292"/>
            <ac:spMk id="8" creationId="{0C3B2CE3-A6E6-4F8C-873F-3040E5F5D028}"/>
          </ac:spMkLst>
        </pc:spChg>
        <pc:spChg chg="add del">
          <ac:chgData name="Abdulrahman Abdulkader" userId="4bb965dfac336135" providerId="LiveId" clId="{17B4EB89-733B-49A0-A174-2FAE06603548}" dt="2026-01-01T21:43:33.851" v="11779"/>
          <ac:spMkLst>
            <pc:docMk/>
            <pc:sldMk cId="1965784434" sldId="292"/>
            <ac:spMk id="9" creationId="{3CD315FE-7450-4D07-9644-E258DF0ABF8A}"/>
          </ac:spMkLst>
        </pc:spChg>
        <pc:spChg chg="add del">
          <ac:chgData name="Abdulrahman Abdulkader" userId="4bb965dfac336135" providerId="LiveId" clId="{17B4EB89-733B-49A0-A174-2FAE06603548}" dt="2026-01-01T21:43:40.833" v="11781"/>
          <ac:spMkLst>
            <pc:docMk/>
            <pc:sldMk cId="1965784434" sldId="292"/>
            <ac:spMk id="10" creationId="{853394C2-E888-47AF-8C8B-94D246D104F0}"/>
          </ac:spMkLst>
        </pc:spChg>
        <pc:spChg chg="add del">
          <ac:chgData name="Abdulrahman Abdulkader" userId="4bb965dfac336135" providerId="LiveId" clId="{17B4EB89-733B-49A0-A174-2FAE06603548}" dt="2026-01-01T21:43:46.663" v="11784"/>
          <ac:spMkLst>
            <pc:docMk/>
            <pc:sldMk cId="1965784434" sldId="292"/>
            <ac:spMk id="11" creationId="{21762C18-0821-4BBE-B312-9B68BCA625D8}"/>
          </ac:spMkLst>
        </pc:spChg>
        <pc:spChg chg="add del mod">
          <ac:chgData name="Abdulrahman Abdulkader" userId="4bb965dfac336135" providerId="LiveId" clId="{17B4EB89-733B-49A0-A174-2FAE06603548}" dt="2026-01-01T21:46:44.966" v="11822" actId="207"/>
          <ac:spMkLst>
            <pc:docMk/>
            <pc:sldMk cId="1965784434" sldId="292"/>
            <ac:spMk id="12" creationId="{A7FF685A-A8CE-42DC-A117-464E70BB0E3B}"/>
          </ac:spMkLst>
        </pc:spChg>
        <pc:spChg chg="add del">
          <ac:chgData name="Abdulrahman Abdulkader" userId="4bb965dfac336135" providerId="LiveId" clId="{17B4EB89-733B-49A0-A174-2FAE06603548}" dt="2026-01-01T21:44:00.299" v="11792"/>
          <ac:spMkLst>
            <pc:docMk/>
            <pc:sldMk cId="1965784434" sldId="292"/>
            <ac:spMk id="13" creationId="{F977A0B3-DBC5-4849-863C-806F19F5C8A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9ED93-D15B-44AF-848F-2E1143BA7E11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85856FC-7385-45D7-B520-1C0822282963}">
      <dgm:prSet phldrT="[Text]"/>
      <dgm:spPr/>
      <dgm:t>
        <a:bodyPr/>
        <a:lstStyle/>
        <a:p>
          <a:pPr algn="ctr"/>
          <a:r>
            <a:rPr lang="en-GB" b="1" dirty="0">
              <a:solidFill>
                <a:srgbClr val="FFC000"/>
              </a:solidFill>
            </a:rPr>
            <a:t>Stack_1</a:t>
          </a:r>
        </a:p>
      </dgm:t>
    </dgm:pt>
    <dgm:pt modelId="{EA54523F-51E7-464A-B3FB-8F27B1E4FEF1}" type="parTrans" cxnId="{0BACF868-7EA0-49D0-B32F-5888B8AEC027}">
      <dgm:prSet/>
      <dgm:spPr/>
      <dgm:t>
        <a:bodyPr/>
        <a:lstStyle/>
        <a:p>
          <a:pPr algn="ctr"/>
          <a:endParaRPr lang="en-GB"/>
        </a:p>
      </dgm:t>
    </dgm:pt>
    <dgm:pt modelId="{39317F26-5551-4F40-96C7-83C96F741E3B}" type="sibTrans" cxnId="{0BACF868-7EA0-49D0-B32F-5888B8AEC027}">
      <dgm:prSet/>
      <dgm:spPr/>
      <dgm:t>
        <a:bodyPr/>
        <a:lstStyle/>
        <a:p>
          <a:pPr algn="ctr"/>
          <a:endParaRPr lang="en-GB"/>
        </a:p>
      </dgm:t>
    </dgm:pt>
    <dgm:pt modelId="{DB1423A7-CFB6-466A-B1B3-2BDD41BC8671}">
      <dgm:prSet phldrT="[Text]"/>
      <dgm:spPr/>
      <dgm:t>
        <a:bodyPr/>
        <a:lstStyle/>
        <a:p>
          <a:pPr algn="ctr"/>
          <a:r>
            <a:rPr lang="en-GB" dirty="0"/>
            <a:t>10</a:t>
          </a:r>
        </a:p>
      </dgm:t>
    </dgm:pt>
    <dgm:pt modelId="{26BB85EE-3AD9-4C0D-AC50-490C5BEE543F}" type="parTrans" cxnId="{96B2C94A-86AF-4045-9112-B7B777E00A80}">
      <dgm:prSet/>
      <dgm:spPr/>
      <dgm:t>
        <a:bodyPr/>
        <a:lstStyle/>
        <a:p>
          <a:pPr algn="ctr"/>
          <a:endParaRPr lang="en-GB"/>
        </a:p>
      </dgm:t>
    </dgm:pt>
    <dgm:pt modelId="{E5E4C43B-A497-4036-AC45-F4FD8E6401D0}" type="sibTrans" cxnId="{96B2C94A-86AF-4045-9112-B7B777E00A80}">
      <dgm:prSet/>
      <dgm:spPr/>
      <dgm:t>
        <a:bodyPr/>
        <a:lstStyle/>
        <a:p>
          <a:pPr algn="ctr"/>
          <a:endParaRPr lang="en-GB"/>
        </a:p>
      </dgm:t>
    </dgm:pt>
    <dgm:pt modelId="{54E25E99-3DF2-43D7-93FC-1139D1A5954D}">
      <dgm:prSet phldrT="[Text]"/>
      <dgm:spPr/>
      <dgm:t>
        <a:bodyPr/>
        <a:lstStyle/>
        <a:p>
          <a:pPr algn="ctr"/>
          <a:r>
            <a:rPr lang="en-GB" dirty="0"/>
            <a:t>5</a:t>
          </a:r>
        </a:p>
      </dgm:t>
    </dgm:pt>
    <dgm:pt modelId="{F049714C-D9A8-413C-9AF0-6A27378D90D0}" type="parTrans" cxnId="{E45756F0-85E9-4447-A88C-CF29A1CA2E57}">
      <dgm:prSet/>
      <dgm:spPr/>
      <dgm:t>
        <a:bodyPr/>
        <a:lstStyle/>
        <a:p>
          <a:pPr algn="ctr"/>
          <a:endParaRPr lang="en-GB"/>
        </a:p>
      </dgm:t>
    </dgm:pt>
    <dgm:pt modelId="{B17A8D97-C965-48F4-A02D-F5D096FEB9E7}" type="sibTrans" cxnId="{E45756F0-85E9-4447-A88C-CF29A1CA2E57}">
      <dgm:prSet/>
      <dgm:spPr/>
      <dgm:t>
        <a:bodyPr/>
        <a:lstStyle/>
        <a:p>
          <a:pPr algn="ctr"/>
          <a:endParaRPr lang="en-GB"/>
        </a:p>
      </dgm:t>
    </dgm:pt>
    <dgm:pt modelId="{27215BB1-5BBC-4044-9BEB-6EB37060372D}">
      <dgm:prSet phldrT="[Text]"/>
      <dgm:spPr/>
      <dgm:t>
        <a:bodyPr/>
        <a:lstStyle/>
        <a:p>
          <a:pPr algn="ctr"/>
          <a:r>
            <a:rPr lang="en-GB" dirty="0"/>
            <a:t>4</a:t>
          </a:r>
        </a:p>
      </dgm:t>
    </dgm:pt>
    <dgm:pt modelId="{C1196D65-CF5D-4AA2-B3B7-3C433E3C99A2}" type="parTrans" cxnId="{0185867B-D6F4-42D6-B302-063C87D86917}">
      <dgm:prSet/>
      <dgm:spPr/>
      <dgm:t>
        <a:bodyPr/>
        <a:lstStyle/>
        <a:p>
          <a:pPr algn="ctr"/>
          <a:endParaRPr lang="en-GB"/>
        </a:p>
      </dgm:t>
    </dgm:pt>
    <dgm:pt modelId="{D44B2F7A-BDDE-484C-84CD-F9F84DEA3548}" type="sibTrans" cxnId="{0185867B-D6F4-42D6-B302-063C87D86917}">
      <dgm:prSet/>
      <dgm:spPr/>
      <dgm:t>
        <a:bodyPr/>
        <a:lstStyle/>
        <a:p>
          <a:pPr algn="ctr"/>
          <a:endParaRPr lang="en-GB"/>
        </a:p>
      </dgm:t>
    </dgm:pt>
    <dgm:pt modelId="{02FD2955-9A75-423B-B6FA-3E5010F04042}">
      <dgm:prSet phldrT="[Text]"/>
      <dgm:spPr/>
      <dgm:t>
        <a:bodyPr/>
        <a:lstStyle/>
        <a:p>
          <a:pPr algn="ctr"/>
          <a:r>
            <a:rPr lang="en-GB" dirty="0"/>
            <a:t>empty</a:t>
          </a:r>
        </a:p>
      </dgm:t>
    </dgm:pt>
    <dgm:pt modelId="{8E9412C2-7A95-4A5B-B616-E7CD21BFF0BF}" type="parTrans" cxnId="{71B31EF5-1B74-48A8-891A-39A30E25398A}">
      <dgm:prSet/>
      <dgm:spPr/>
      <dgm:t>
        <a:bodyPr/>
        <a:lstStyle/>
        <a:p>
          <a:endParaRPr lang="en-GB"/>
        </a:p>
      </dgm:t>
    </dgm:pt>
    <dgm:pt modelId="{556CE7AF-0B0C-4E1E-96C3-59A941019836}" type="sibTrans" cxnId="{71B31EF5-1B74-48A8-891A-39A30E25398A}">
      <dgm:prSet/>
      <dgm:spPr/>
      <dgm:t>
        <a:bodyPr/>
        <a:lstStyle/>
        <a:p>
          <a:endParaRPr lang="en-GB"/>
        </a:p>
      </dgm:t>
    </dgm:pt>
    <dgm:pt modelId="{3A5F228C-8468-4FC0-9DC4-B1DB16CDFA53}" type="pres">
      <dgm:prSet presAssocID="{50F9ED93-D15B-44AF-848F-2E1143BA7E11}" presName="composite" presStyleCnt="0">
        <dgm:presLayoutVars>
          <dgm:chMax val="1"/>
          <dgm:dir/>
          <dgm:resizeHandles val="exact"/>
        </dgm:presLayoutVars>
      </dgm:prSet>
      <dgm:spPr/>
    </dgm:pt>
    <dgm:pt modelId="{26D58966-5212-465A-9810-03AA2A783654}" type="pres">
      <dgm:prSet presAssocID="{985856FC-7385-45D7-B520-1C0822282963}" presName="roof" presStyleLbl="dkBgShp" presStyleIdx="0" presStyleCnt="2" custLinFactNeighborX="0"/>
      <dgm:spPr/>
    </dgm:pt>
    <dgm:pt modelId="{77DBFAE9-A8E3-44C5-87F9-3753210946FB}" type="pres">
      <dgm:prSet presAssocID="{985856FC-7385-45D7-B520-1C0822282963}" presName="pillars" presStyleCnt="0"/>
      <dgm:spPr/>
    </dgm:pt>
    <dgm:pt modelId="{3C28E498-781E-4631-BAE1-AEB61DFB5ED7}" type="pres">
      <dgm:prSet presAssocID="{985856FC-7385-45D7-B520-1C0822282963}" presName="pillar1" presStyleLbl="node1" presStyleIdx="0" presStyleCnt="4">
        <dgm:presLayoutVars>
          <dgm:bulletEnabled val="1"/>
        </dgm:presLayoutVars>
      </dgm:prSet>
      <dgm:spPr/>
    </dgm:pt>
    <dgm:pt modelId="{15EF5C35-3CBB-44A6-B0DA-3C9DF965EA69}" type="pres">
      <dgm:prSet presAssocID="{54E25E99-3DF2-43D7-93FC-1139D1A5954D}" presName="pillarX" presStyleLbl="node1" presStyleIdx="1" presStyleCnt="4">
        <dgm:presLayoutVars>
          <dgm:bulletEnabled val="1"/>
        </dgm:presLayoutVars>
      </dgm:prSet>
      <dgm:spPr/>
    </dgm:pt>
    <dgm:pt modelId="{3173A3FD-FAD7-4A7C-BAE6-38BA9158EEA5}" type="pres">
      <dgm:prSet presAssocID="{27215BB1-5BBC-4044-9BEB-6EB37060372D}" presName="pillarX" presStyleLbl="node1" presStyleIdx="2" presStyleCnt="4">
        <dgm:presLayoutVars>
          <dgm:bulletEnabled val="1"/>
        </dgm:presLayoutVars>
      </dgm:prSet>
      <dgm:spPr/>
    </dgm:pt>
    <dgm:pt modelId="{DAC8DE52-FA5F-4341-B3DB-29050B660161}" type="pres">
      <dgm:prSet presAssocID="{02FD2955-9A75-423B-B6FA-3E5010F04042}" presName="pillarX" presStyleLbl="node1" presStyleIdx="3" presStyleCnt="4">
        <dgm:presLayoutVars>
          <dgm:bulletEnabled val="1"/>
        </dgm:presLayoutVars>
      </dgm:prSet>
      <dgm:spPr/>
    </dgm:pt>
    <dgm:pt modelId="{C6DD3BFB-ACBE-408E-8205-1F45FC49DEC4}" type="pres">
      <dgm:prSet presAssocID="{985856FC-7385-45D7-B520-1C0822282963}" presName="base" presStyleLbl="dkBgShp" presStyleIdx="1" presStyleCnt="2" custLinFactNeighborX="-16192" custLinFactNeighborY="9966"/>
      <dgm:spPr/>
    </dgm:pt>
  </dgm:ptLst>
  <dgm:cxnLst>
    <dgm:cxn modelId="{0BACF868-7EA0-49D0-B32F-5888B8AEC027}" srcId="{50F9ED93-D15B-44AF-848F-2E1143BA7E11}" destId="{985856FC-7385-45D7-B520-1C0822282963}" srcOrd="0" destOrd="0" parTransId="{EA54523F-51E7-464A-B3FB-8F27B1E4FEF1}" sibTransId="{39317F26-5551-4F40-96C7-83C96F741E3B}"/>
    <dgm:cxn modelId="{F95C004A-D864-4BE7-BFEA-26CF183198F9}" type="presOf" srcId="{27215BB1-5BBC-4044-9BEB-6EB37060372D}" destId="{3173A3FD-FAD7-4A7C-BAE6-38BA9158EEA5}" srcOrd="0" destOrd="0" presId="urn:microsoft.com/office/officeart/2005/8/layout/hList3"/>
    <dgm:cxn modelId="{96B2C94A-86AF-4045-9112-B7B777E00A80}" srcId="{985856FC-7385-45D7-B520-1C0822282963}" destId="{DB1423A7-CFB6-466A-B1B3-2BDD41BC8671}" srcOrd="0" destOrd="0" parTransId="{26BB85EE-3AD9-4C0D-AC50-490C5BEE543F}" sibTransId="{E5E4C43B-A497-4036-AC45-F4FD8E6401D0}"/>
    <dgm:cxn modelId="{18EAE956-C484-45C1-B659-70CBD83B43D5}" type="presOf" srcId="{50F9ED93-D15B-44AF-848F-2E1143BA7E11}" destId="{3A5F228C-8468-4FC0-9DC4-B1DB16CDFA53}" srcOrd="0" destOrd="0" presId="urn:microsoft.com/office/officeart/2005/8/layout/hList3"/>
    <dgm:cxn modelId="{0185867B-D6F4-42D6-B302-063C87D86917}" srcId="{985856FC-7385-45D7-B520-1C0822282963}" destId="{27215BB1-5BBC-4044-9BEB-6EB37060372D}" srcOrd="2" destOrd="0" parTransId="{C1196D65-CF5D-4AA2-B3B7-3C433E3C99A2}" sibTransId="{D44B2F7A-BDDE-484C-84CD-F9F84DEA3548}"/>
    <dgm:cxn modelId="{6E3FBC90-AB59-44FB-AD89-B839DCB596C4}" type="presOf" srcId="{02FD2955-9A75-423B-B6FA-3E5010F04042}" destId="{DAC8DE52-FA5F-4341-B3DB-29050B660161}" srcOrd="0" destOrd="0" presId="urn:microsoft.com/office/officeart/2005/8/layout/hList3"/>
    <dgm:cxn modelId="{8C9A54D9-D765-4B88-A8E6-7447C193E917}" type="presOf" srcId="{54E25E99-3DF2-43D7-93FC-1139D1A5954D}" destId="{15EF5C35-3CBB-44A6-B0DA-3C9DF965EA69}" srcOrd="0" destOrd="0" presId="urn:microsoft.com/office/officeart/2005/8/layout/hList3"/>
    <dgm:cxn modelId="{EA77EDDF-BCDF-41F1-8910-32AC157219F5}" type="presOf" srcId="{985856FC-7385-45D7-B520-1C0822282963}" destId="{26D58966-5212-465A-9810-03AA2A783654}" srcOrd="0" destOrd="0" presId="urn:microsoft.com/office/officeart/2005/8/layout/hList3"/>
    <dgm:cxn modelId="{E45756F0-85E9-4447-A88C-CF29A1CA2E57}" srcId="{985856FC-7385-45D7-B520-1C0822282963}" destId="{54E25E99-3DF2-43D7-93FC-1139D1A5954D}" srcOrd="1" destOrd="0" parTransId="{F049714C-D9A8-413C-9AF0-6A27378D90D0}" sibTransId="{B17A8D97-C965-48F4-A02D-F5D096FEB9E7}"/>
    <dgm:cxn modelId="{71B31EF5-1B74-48A8-891A-39A30E25398A}" srcId="{985856FC-7385-45D7-B520-1C0822282963}" destId="{02FD2955-9A75-423B-B6FA-3E5010F04042}" srcOrd="3" destOrd="0" parTransId="{8E9412C2-7A95-4A5B-B616-E7CD21BFF0BF}" sibTransId="{556CE7AF-0B0C-4E1E-96C3-59A941019836}"/>
    <dgm:cxn modelId="{6063EBF6-9C44-4B3C-9139-C25F22E68937}" type="presOf" srcId="{DB1423A7-CFB6-466A-B1B3-2BDD41BC8671}" destId="{3C28E498-781E-4631-BAE1-AEB61DFB5ED7}" srcOrd="0" destOrd="0" presId="urn:microsoft.com/office/officeart/2005/8/layout/hList3"/>
    <dgm:cxn modelId="{DAE49450-8432-4859-97B3-32D40DFAF4B5}" type="presParOf" srcId="{3A5F228C-8468-4FC0-9DC4-B1DB16CDFA53}" destId="{26D58966-5212-465A-9810-03AA2A783654}" srcOrd="0" destOrd="0" presId="urn:microsoft.com/office/officeart/2005/8/layout/hList3"/>
    <dgm:cxn modelId="{533212EB-F717-493B-B75D-8B204127023F}" type="presParOf" srcId="{3A5F228C-8468-4FC0-9DC4-B1DB16CDFA53}" destId="{77DBFAE9-A8E3-44C5-87F9-3753210946FB}" srcOrd="1" destOrd="0" presId="urn:microsoft.com/office/officeart/2005/8/layout/hList3"/>
    <dgm:cxn modelId="{A884FC06-CE98-4AE3-A98E-9CAE94EA923A}" type="presParOf" srcId="{77DBFAE9-A8E3-44C5-87F9-3753210946FB}" destId="{3C28E498-781E-4631-BAE1-AEB61DFB5ED7}" srcOrd="0" destOrd="0" presId="urn:microsoft.com/office/officeart/2005/8/layout/hList3"/>
    <dgm:cxn modelId="{D9596D5E-C2F9-4829-8BCA-8340D8544069}" type="presParOf" srcId="{77DBFAE9-A8E3-44C5-87F9-3753210946FB}" destId="{15EF5C35-3CBB-44A6-B0DA-3C9DF965EA69}" srcOrd="1" destOrd="0" presId="urn:microsoft.com/office/officeart/2005/8/layout/hList3"/>
    <dgm:cxn modelId="{A8FDC5D3-2C28-4C00-85DC-84E74C0D8A77}" type="presParOf" srcId="{77DBFAE9-A8E3-44C5-87F9-3753210946FB}" destId="{3173A3FD-FAD7-4A7C-BAE6-38BA9158EEA5}" srcOrd="2" destOrd="0" presId="urn:microsoft.com/office/officeart/2005/8/layout/hList3"/>
    <dgm:cxn modelId="{904999A2-3F80-447D-B8BF-D424861FBFEC}" type="presParOf" srcId="{77DBFAE9-A8E3-44C5-87F9-3753210946FB}" destId="{DAC8DE52-FA5F-4341-B3DB-29050B660161}" srcOrd="3" destOrd="0" presId="urn:microsoft.com/office/officeart/2005/8/layout/hList3"/>
    <dgm:cxn modelId="{2CCA63C1-0695-4DBA-B09B-73028A033AD0}" type="presParOf" srcId="{3A5F228C-8468-4FC0-9DC4-B1DB16CDFA53}" destId="{C6DD3BFB-ACBE-408E-8205-1F45FC49DEC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58966-5212-465A-9810-03AA2A783654}">
      <dsp:nvSpPr>
        <dsp:cNvPr id="0" name=""/>
        <dsp:cNvSpPr/>
      </dsp:nvSpPr>
      <dsp:spPr>
        <a:xfrm>
          <a:off x="0" y="0"/>
          <a:ext cx="4464496" cy="71892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 dirty="0">
              <a:solidFill>
                <a:srgbClr val="FFC000"/>
              </a:solidFill>
            </a:rPr>
            <a:t>Stack_1</a:t>
          </a:r>
        </a:p>
      </dsp:txBody>
      <dsp:txXfrm>
        <a:off x="0" y="0"/>
        <a:ext cx="4464496" cy="718924"/>
      </dsp:txXfrm>
    </dsp:sp>
    <dsp:sp modelId="{3C28E498-781E-4631-BAE1-AEB61DFB5ED7}">
      <dsp:nvSpPr>
        <dsp:cNvPr id="0" name=""/>
        <dsp:cNvSpPr/>
      </dsp:nvSpPr>
      <dsp:spPr>
        <a:xfrm>
          <a:off x="0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10</a:t>
          </a:r>
        </a:p>
      </dsp:txBody>
      <dsp:txXfrm>
        <a:off x="0" y="718924"/>
        <a:ext cx="1116124" cy="1509741"/>
      </dsp:txXfrm>
    </dsp:sp>
    <dsp:sp modelId="{15EF5C35-3CBB-44A6-B0DA-3C9DF965EA69}">
      <dsp:nvSpPr>
        <dsp:cNvPr id="0" name=""/>
        <dsp:cNvSpPr/>
      </dsp:nvSpPr>
      <dsp:spPr>
        <a:xfrm>
          <a:off x="1116124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5</a:t>
          </a:r>
        </a:p>
      </dsp:txBody>
      <dsp:txXfrm>
        <a:off x="1116124" y="718924"/>
        <a:ext cx="1116124" cy="1509741"/>
      </dsp:txXfrm>
    </dsp:sp>
    <dsp:sp modelId="{3173A3FD-FAD7-4A7C-BAE6-38BA9158EEA5}">
      <dsp:nvSpPr>
        <dsp:cNvPr id="0" name=""/>
        <dsp:cNvSpPr/>
      </dsp:nvSpPr>
      <dsp:spPr>
        <a:xfrm>
          <a:off x="2232248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4</a:t>
          </a:r>
        </a:p>
      </dsp:txBody>
      <dsp:txXfrm>
        <a:off x="2232248" y="718924"/>
        <a:ext cx="1116124" cy="1509741"/>
      </dsp:txXfrm>
    </dsp:sp>
    <dsp:sp modelId="{DAC8DE52-FA5F-4341-B3DB-29050B660161}">
      <dsp:nvSpPr>
        <dsp:cNvPr id="0" name=""/>
        <dsp:cNvSpPr/>
      </dsp:nvSpPr>
      <dsp:spPr>
        <a:xfrm>
          <a:off x="3348372" y="718924"/>
          <a:ext cx="1116124" cy="15097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empty</a:t>
          </a:r>
        </a:p>
      </dsp:txBody>
      <dsp:txXfrm>
        <a:off x="3348372" y="718924"/>
        <a:ext cx="1116124" cy="1509741"/>
      </dsp:txXfrm>
    </dsp:sp>
    <dsp:sp modelId="{C6DD3BFB-ACBE-408E-8205-1F45FC49DEC4}">
      <dsp:nvSpPr>
        <dsp:cNvPr id="0" name=""/>
        <dsp:cNvSpPr/>
      </dsp:nvSpPr>
      <dsp:spPr>
        <a:xfrm>
          <a:off x="0" y="2228665"/>
          <a:ext cx="4464496" cy="16774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GB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n-GB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 dirty="0"/>
              <a:t>1/8/2016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astille/DSA-Implementations/tree/main/stack_submiss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476672"/>
            <a:ext cx="9293772" cy="2304256"/>
          </a:xfrm>
        </p:spPr>
        <p:txBody>
          <a:bodyPr rtlCol="0">
            <a:normAutofit/>
          </a:bodyPr>
          <a:lstStyle/>
          <a:p>
            <a:pPr rtl="0"/>
            <a:r>
              <a:rPr lang="en-gb" sz="6000" dirty="0">
                <a:solidFill>
                  <a:srgbClr val="009999"/>
                </a:solidFill>
              </a:rPr>
              <a:t>Stack Implementation Using a Linked List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25176" y="2850995"/>
            <a:ext cx="8069636" cy="1656184"/>
          </a:xfrm>
        </p:spPr>
        <p:txBody>
          <a:bodyPr numCol="2" rtlCol="0">
            <a:noAutofit/>
          </a:bodyPr>
          <a:lstStyle/>
          <a:p>
            <a:pPr rtl="0">
              <a:lnSpc>
                <a:spcPct val="120000"/>
              </a:lnSpc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Prepared By:</a:t>
            </a: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Abdulrahman Abdulkader</a:t>
            </a: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Muhammad Addali</a:t>
            </a:r>
          </a:p>
          <a:p>
            <a:pPr marL="457200" indent="-45720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Issam Al-Maarouf</a:t>
            </a:r>
          </a:p>
          <a:p>
            <a:pPr marL="285750" indent="-28575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GB" sz="1800" b="1" cap="none" dirty="0">
              <a:solidFill>
                <a:schemeClr val="accent1">
                  <a:lumMod val="75000"/>
                </a:schemeClr>
              </a:solidFill>
            </a:endParaRP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Abdulaziz Haji Bakour</a:t>
            </a:r>
          </a:p>
          <a:p>
            <a:pPr marL="457200" indent="-457200" rtl="0">
              <a:lnSpc>
                <a:spcPct val="120000"/>
              </a:lnSpc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800" b="1" cap="none" dirty="0">
                <a:solidFill>
                  <a:schemeClr val="accent1">
                    <a:lumMod val="75000"/>
                  </a:schemeClr>
                </a:solidFill>
              </a:rPr>
              <a:t>Majed Assayed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3C258-F122-48A6-81C1-09EF0FAB0669}"/>
              </a:ext>
            </a:extLst>
          </p:cNvPr>
          <p:cNvSpPr txBox="1"/>
          <p:nvPr/>
        </p:nvSpPr>
        <p:spPr>
          <a:xfrm>
            <a:off x="1625176" y="4493147"/>
            <a:ext cx="6127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Course</a:t>
            </a:r>
            <a:r>
              <a:rPr lang="en-GB" sz="2000" dirty="0">
                <a:solidFill>
                  <a:srgbClr val="009999"/>
                </a:solidFill>
              </a:rPr>
              <a:t>: </a:t>
            </a:r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Data Structures &amp; Algorithms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34742D-7D3F-4E09-9456-DA533D6507B5}"/>
              </a:ext>
            </a:extLst>
          </p:cNvPr>
          <p:cNvSpPr txBox="1"/>
          <p:nvPr/>
        </p:nvSpPr>
        <p:spPr>
          <a:xfrm>
            <a:off x="1625176" y="4893257"/>
            <a:ext cx="612737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accent1">
                    <a:lumMod val="75000"/>
                  </a:schemeClr>
                </a:solidFill>
              </a:rPr>
              <a:t>Instructor</a:t>
            </a:r>
            <a:r>
              <a:rPr lang="en-GB" sz="1600" b="1" dirty="0">
                <a:solidFill>
                  <a:srgbClr val="009999"/>
                </a:solidFill>
              </a:rPr>
              <a:t>:</a:t>
            </a:r>
            <a:r>
              <a:rPr lang="en-GB" sz="1600" dirty="0">
                <a:solidFill>
                  <a:srgbClr val="009999"/>
                </a:solidFill>
              </a:rPr>
              <a:t> </a:t>
            </a: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Firas Khalil</a:t>
            </a:r>
            <a:br>
              <a:rPr lang="en-GB" sz="1600" dirty="0">
                <a:solidFill>
                  <a:srgbClr val="009999"/>
                </a:solidFill>
              </a:rPr>
            </a:b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Sham University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accent1">
                    <a:lumMod val="75000"/>
                  </a:schemeClr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What is a Stack?</a:t>
            </a:r>
            <a:endParaRPr lang="en-US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18883" y="2224828"/>
            <a:ext cx="10360501" cy="4392488"/>
          </a:xfrm>
        </p:spPr>
        <p:txBody>
          <a:bodyPr rtlCol="0">
            <a:noAutofit/>
          </a:bodyPr>
          <a:lstStyle/>
          <a:p>
            <a:pPr marL="0" indent="0" rtl="0">
              <a:lnSpc>
                <a:spcPct val="100000"/>
              </a:lnSpc>
              <a:buNone/>
            </a:pPr>
            <a:r>
              <a:rPr lang="en-GB" sz="2400" dirty="0">
                <a:latin typeface="Arial" panose="020B0604020202020204" pitchFamily="34" charset="0"/>
              </a:rPr>
              <a:t>A </a:t>
            </a:r>
            <a:r>
              <a:rPr lang="en-GB" sz="2400" dirty="0">
                <a:solidFill>
                  <a:srgbClr val="009999"/>
                </a:solidFill>
                <a:latin typeface="Arial" panose="020B0604020202020204" pitchFamily="34" charset="0"/>
              </a:rPr>
              <a:t>stack</a:t>
            </a:r>
            <a:r>
              <a:rPr lang="en-GB" sz="2400" dirty="0">
                <a:latin typeface="Arial" panose="020B0604020202020204" pitchFamily="34" charset="0"/>
              </a:rPr>
              <a:t> is a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linear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 data structure where all the elements in the stack can insert and delete from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one side only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 rather than at the middle or from both the sides.</a:t>
            </a:r>
          </a:p>
          <a:p>
            <a:pPr marL="0" indent="0" rtl="0">
              <a:lnSpc>
                <a:spcPct val="100000"/>
              </a:lnSpc>
              <a:buNone/>
            </a:pPr>
            <a:r>
              <a:rPr lang="en-gb" sz="2400" b="0" i="0" dirty="0">
                <a:effectLst/>
                <a:latin typeface="Arial" panose="020B0604020202020204" pitchFamily="34" charset="0"/>
              </a:rPr>
              <a:t>In other words, stacks are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last-in first-out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 (or </a:t>
            </a:r>
            <a:r>
              <a:rPr lang="en-gb" sz="2400" b="0" i="0" dirty="0">
                <a:solidFill>
                  <a:srgbClr val="009999"/>
                </a:solidFill>
                <a:effectLst/>
                <a:latin typeface="Arial" panose="020B0604020202020204" pitchFamily="34" charset="0"/>
              </a:rPr>
              <a:t>LIFO</a:t>
            </a:r>
            <a:r>
              <a:rPr lang="en-gb" sz="2400" b="0" i="0" dirty="0">
                <a:effectLst/>
                <a:latin typeface="Arial" panose="020B0604020202020204" pitchFamily="34" charset="0"/>
              </a:rPr>
              <a:t>) structures.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latin typeface="Arial" panose="020B0604020202020204" pitchFamily="34" charset="0"/>
              </a:rPr>
              <a:t>The last-added element into a stack is called the </a:t>
            </a:r>
            <a:r>
              <a:rPr lang="en-GB" sz="2400" dirty="0">
                <a:latin typeface="Sitka Text" pitchFamily="2" charset="0"/>
              </a:rPr>
              <a:t>“</a:t>
            </a:r>
            <a:r>
              <a:rPr lang="en-GB" sz="2400" dirty="0">
                <a:solidFill>
                  <a:srgbClr val="009999"/>
                </a:solidFill>
                <a:latin typeface="Arial" panose="020B0604020202020204" pitchFamily="34" charset="0"/>
              </a:rPr>
              <a:t>top</a:t>
            </a:r>
            <a:r>
              <a:rPr lang="en-GB" sz="2400" dirty="0">
                <a:latin typeface="Sitka Text" pitchFamily="2" charset="0"/>
              </a:rPr>
              <a:t>”</a:t>
            </a:r>
            <a:r>
              <a:rPr lang="en-GB" sz="2400" dirty="0">
                <a:latin typeface="Arial" panose="020B0604020202020204" pitchFamily="34" charset="0"/>
              </a:rPr>
              <a:t> element, which we use as a reference to perform stack operations.</a:t>
            </a:r>
            <a:endParaRPr lang="en-gb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49C66-2AC2-4BF0-9088-8005B84F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827017"/>
            <a:ext cx="10360501" cy="706091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Stack Data Structure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8013EB-BC9E-4F7F-BB21-08F0BF9F8B7E}"/>
              </a:ext>
            </a:extLst>
          </p:cNvPr>
          <p:cNvGrpSpPr/>
          <p:nvPr/>
        </p:nvGrpSpPr>
        <p:grpSpPr>
          <a:xfrm>
            <a:off x="5158306" y="2132856"/>
            <a:ext cx="2664298" cy="4062494"/>
            <a:chOff x="6689616" y="1719956"/>
            <a:chExt cx="1324010" cy="40624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3C4276-7E59-41C8-BF49-CA32F933A855}"/>
                </a:ext>
              </a:extLst>
            </p:cNvPr>
            <p:cNvSpPr/>
            <p:nvPr/>
          </p:nvSpPr>
          <p:spPr>
            <a:xfrm>
              <a:off x="6691355" y="1719956"/>
              <a:ext cx="934365" cy="1005029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Element 4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6AE5C3B-6E39-428B-A748-11A42D2334B1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>
              <a:off x="7625720" y="1955960"/>
              <a:ext cx="38790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616C2A5-E668-4AB5-B390-B382C0636CEC}"/>
                </a:ext>
              </a:extLst>
            </p:cNvPr>
            <p:cNvGrpSpPr/>
            <p:nvPr/>
          </p:nvGrpSpPr>
          <p:grpSpPr>
            <a:xfrm>
              <a:off x="6689616" y="2740078"/>
              <a:ext cx="936104" cy="3042372"/>
              <a:chOff x="5614946" y="2109537"/>
              <a:chExt cx="936104" cy="304237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62689C-994D-4776-BD63-210BC048CF9D}"/>
                  </a:ext>
                </a:extLst>
              </p:cNvPr>
              <p:cNvSpPr/>
              <p:nvPr/>
            </p:nvSpPr>
            <p:spPr>
              <a:xfrm>
                <a:off x="5614946" y="4147847"/>
                <a:ext cx="936104" cy="1004062"/>
              </a:xfrm>
              <a:prstGeom prst="rect">
                <a:avLst/>
              </a:prstGeom>
              <a:solidFill>
                <a:srgbClr val="009999"/>
              </a:solidFill>
              <a:ln w="317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Element 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D49364-BF81-42B3-AA54-D230044BBC32}"/>
                  </a:ext>
                </a:extLst>
              </p:cNvPr>
              <p:cNvSpPr/>
              <p:nvPr/>
            </p:nvSpPr>
            <p:spPr>
              <a:xfrm>
                <a:off x="5614946" y="3128692"/>
                <a:ext cx="936104" cy="1004062"/>
              </a:xfrm>
              <a:prstGeom prst="rect">
                <a:avLst/>
              </a:prstGeom>
              <a:solidFill>
                <a:srgbClr val="009999"/>
              </a:solidFill>
              <a:ln w="317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Element 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8C2AE9F-EAC6-4E82-9946-D7E6A193970B}"/>
                  </a:ext>
                </a:extLst>
              </p:cNvPr>
              <p:cNvSpPr/>
              <p:nvPr/>
            </p:nvSpPr>
            <p:spPr>
              <a:xfrm>
                <a:off x="5614946" y="2109537"/>
                <a:ext cx="936104" cy="1004062"/>
              </a:xfrm>
              <a:prstGeom prst="rect">
                <a:avLst/>
              </a:prstGeom>
              <a:solidFill>
                <a:srgbClr val="009999"/>
              </a:solidFill>
              <a:ln w="3175"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>
                    <a:ln>
                      <a:solidFill>
                        <a:schemeClr val="bg1"/>
                      </a:solidFill>
                    </a:ln>
                    <a:solidFill>
                      <a:schemeClr val="tx1"/>
                    </a:solidFill>
                  </a:rPr>
                  <a:t>Element 3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1E6A19-AA22-4DC3-A199-DB5050E0A4E1}"/>
              </a:ext>
            </a:extLst>
          </p:cNvPr>
          <p:cNvSpPr txBox="1"/>
          <p:nvPr/>
        </p:nvSpPr>
        <p:spPr>
          <a:xfrm>
            <a:off x="7822604" y="2107250"/>
            <a:ext cx="725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top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AFFB3A-7AFB-4ADE-850E-41A149142E4D}"/>
              </a:ext>
            </a:extLst>
          </p:cNvPr>
          <p:cNvCxnSpPr>
            <a:cxnSpLocks/>
          </p:cNvCxnSpPr>
          <p:nvPr/>
        </p:nvCxnSpPr>
        <p:spPr>
          <a:xfrm flipV="1">
            <a:off x="4942284" y="2492896"/>
            <a:ext cx="0" cy="3702456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C15D7B-6AE9-4C5A-BCD1-A7B062486532}"/>
              </a:ext>
            </a:extLst>
          </p:cNvPr>
          <p:cNvCxnSpPr>
            <a:cxnSpLocks/>
          </p:cNvCxnSpPr>
          <p:nvPr/>
        </p:nvCxnSpPr>
        <p:spPr>
          <a:xfrm flipH="1" flipV="1">
            <a:off x="7246541" y="2492896"/>
            <a:ext cx="11504" cy="3702456"/>
          </a:xfrm>
          <a:prstGeom prst="straightConnector1">
            <a:avLst/>
          </a:prstGeom>
          <a:ln w="38100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1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Why stacks are important:</a:t>
            </a:r>
            <a:endParaRPr lang="en-US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GB" dirty="0">
                <a:latin typeface="Museo Sans Rounded"/>
              </a:rPr>
              <a:t>W</a:t>
            </a:r>
            <a:r>
              <a:rPr lang="en-GB" b="0" i="0" dirty="0">
                <a:effectLst/>
                <a:latin typeface="Museo Sans Rounded"/>
              </a:rPr>
              <a:t>eb browsers utilize stacks to keep track of the user's navigation history, </a:t>
            </a:r>
            <a:r>
              <a:rPr lang="en-GB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enabling</a:t>
            </a:r>
            <a:r>
              <a:rPr lang="en-GB" b="0" i="0" dirty="0">
                <a:effectLst/>
                <a:latin typeface="Museo Sans Rounded"/>
              </a:rPr>
              <a:t> the '</a:t>
            </a:r>
            <a:r>
              <a:rPr lang="en-GB" b="0" i="0" dirty="0">
                <a:solidFill>
                  <a:srgbClr val="009999"/>
                </a:solidFill>
                <a:effectLst/>
                <a:latin typeface="Museo Sans Rounded"/>
              </a:rPr>
              <a:t>Back</a:t>
            </a:r>
            <a:r>
              <a:rPr lang="en-GB" b="0" i="0" dirty="0">
                <a:effectLst/>
                <a:latin typeface="Museo Sans Rounded"/>
              </a:rPr>
              <a:t>' button functionality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Museo Sans Rounded"/>
              </a:rPr>
              <a:t>Operating systems leverage stacks for managing process execution and tracking nested function calls.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Museo Sans Rounded"/>
              </a:rPr>
              <a:t>Stacks are widely used for expression evaluation, such as </a:t>
            </a:r>
            <a:r>
              <a:rPr lang="en-GB" b="0" i="0" dirty="0">
                <a:solidFill>
                  <a:srgbClr val="009999"/>
                </a:solidFill>
                <a:effectLst/>
                <a:latin typeface="Museo Sans Rounded"/>
              </a:rPr>
              <a:t>Balanced Parenthesis</a:t>
            </a:r>
            <a:r>
              <a:rPr lang="en-GB" b="0" i="0" dirty="0">
                <a:effectLst/>
                <a:latin typeface="Museo Sans Rounde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328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b="1" dirty="0"/>
              <a:t>Stack Operations:</a:t>
            </a:r>
            <a:endParaRPr lang="en-US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009999"/>
                </a:solidFill>
                <a:latin typeface="Museo Sans Rounded"/>
              </a:rPr>
              <a:t>Push:</a:t>
            </a:r>
            <a:r>
              <a:rPr lang="en-GB" dirty="0">
                <a:latin typeface="Museo Sans Rounded"/>
              </a:rPr>
              <a:t> to add an element on top of the stack.</a:t>
            </a:r>
          </a:p>
          <a:p>
            <a:pPr>
              <a:lnSpc>
                <a:spcPct val="150000"/>
              </a:lnSpc>
            </a:pPr>
            <a:r>
              <a:rPr lang="en-GB" b="0" i="0" dirty="0">
                <a:solidFill>
                  <a:srgbClr val="009999"/>
                </a:solidFill>
                <a:effectLst/>
                <a:latin typeface="Museo Sans Rounded"/>
              </a:rPr>
              <a:t>Pop: </a:t>
            </a:r>
            <a:r>
              <a:rPr lang="en-GB" b="0" i="0" dirty="0">
                <a:effectLst/>
                <a:latin typeface="Museo Sans Rounded"/>
              </a:rPr>
              <a:t>to remove the top </a:t>
            </a:r>
            <a:r>
              <a:rPr lang="en-GB" dirty="0">
                <a:latin typeface="Museo Sans Rounded"/>
              </a:rPr>
              <a:t>element of the stack and return its value.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009999"/>
                </a:solidFill>
                <a:latin typeface="Museo Sans Rounded"/>
              </a:rPr>
              <a:t>getTop: </a:t>
            </a:r>
            <a:r>
              <a:rPr lang="en-GB" dirty="0">
                <a:latin typeface="Museo Sans Rounded"/>
              </a:rPr>
              <a:t>to return the top element of the stack.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rgbClr val="009999"/>
                </a:solidFill>
                <a:latin typeface="Museo Sans Rounded"/>
              </a:rPr>
              <a:t>isEmpty</a:t>
            </a:r>
            <a:r>
              <a:rPr lang="en-GB" dirty="0">
                <a:latin typeface="Museo Sans Rounded"/>
              </a:rPr>
              <a:t>: to check whether the stack is empty or not.</a:t>
            </a:r>
            <a:endParaRPr lang="en-GB" b="0" i="0" dirty="0">
              <a:effectLst/>
              <a:latin typeface="Museo Sans Rounded"/>
            </a:endParaRPr>
          </a:p>
        </p:txBody>
      </p:sp>
    </p:spTree>
    <p:extLst>
      <p:ext uri="{BB962C8B-B14F-4D97-AF65-F5344CB8AC3E}">
        <p14:creationId xmlns:p14="http://schemas.microsoft.com/office/powerpoint/2010/main" val="88470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24480" y="980728"/>
            <a:ext cx="10360501" cy="1223963"/>
          </a:xfr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GB" b="1" dirty="0"/>
              <a:t>How Is Stack Data Structure Implemented in Memory?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24479" y="2924944"/>
            <a:ext cx="10360501" cy="2519045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/>
              <a:t>There </a:t>
            </a:r>
            <a:r>
              <a:rPr lang="en-GB" dirty="0">
                <a:latin typeface="Arial" panose="020B0604020202020204" pitchFamily="34" charset="0"/>
              </a:rPr>
              <a:t>are</a:t>
            </a:r>
            <a:r>
              <a:rPr lang="en-GB" dirty="0"/>
              <a:t> two ways to represent a stack in memory: One way is using an </a:t>
            </a:r>
            <a:r>
              <a:rPr lang="en-GB" dirty="0">
                <a:solidFill>
                  <a:srgbClr val="009999"/>
                </a:solidFill>
              </a:rPr>
              <a:t>array</a:t>
            </a:r>
            <a:r>
              <a:rPr lang="en-GB" dirty="0"/>
              <a:t>, and the other is using </a:t>
            </a:r>
            <a:r>
              <a:rPr lang="en-GB" dirty="0">
                <a:solidFill>
                  <a:srgbClr val="009999"/>
                </a:solidFill>
              </a:rPr>
              <a:t>a linked list.</a:t>
            </a:r>
          </a:p>
        </p:txBody>
      </p:sp>
    </p:spTree>
    <p:extLst>
      <p:ext uri="{BB962C8B-B14F-4D97-AF65-F5344CB8AC3E}">
        <p14:creationId xmlns:p14="http://schemas.microsoft.com/office/powerpoint/2010/main" val="285894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078188" y="836712"/>
            <a:ext cx="4032448" cy="576064"/>
          </a:xfrm>
        </p:spPr>
        <p:txBody>
          <a:bodyPr vert="horz" lIns="121899" tIns="60949" rIns="121899" bIns="60949" rtlCol="0" anchor="b">
            <a:noAutofit/>
          </a:bodyPr>
          <a:lstStyle/>
          <a:p>
            <a:r>
              <a:rPr lang="en-GB" sz="4000" b="1" dirty="0"/>
              <a:t>Array-based Stack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69871" y="1590789"/>
            <a:ext cx="10360501" cy="1656183"/>
          </a:xfrm>
        </p:spPr>
        <p:txBody>
          <a:bodyPr rtlCol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An array-based stack implementation involves using a static or dynamic array. This method relies on </a:t>
            </a:r>
            <a:r>
              <a:rPr lang="en-GB" sz="2400" dirty="0">
                <a:solidFill>
                  <a:srgbClr val="009999"/>
                </a:solidFill>
              </a:rPr>
              <a:t>static memory allocation</a:t>
            </a:r>
            <a:r>
              <a:rPr lang="en-GB" sz="2400" dirty="0"/>
              <a:t>, meaning the size of the stack is </a:t>
            </a:r>
            <a:r>
              <a:rPr lang="en-GB" sz="2400" dirty="0">
                <a:solidFill>
                  <a:srgbClr val="009999"/>
                </a:solidFill>
              </a:rPr>
              <a:t>fixed</a:t>
            </a:r>
            <a:r>
              <a:rPr lang="en-GB" sz="2400" dirty="0"/>
              <a:t> and </a:t>
            </a:r>
            <a:r>
              <a:rPr lang="en-GB" sz="2400" dirty="0">
                <a:solidFill>
                  <a:srgbClr val="009999"/>
                </a:solidFill>
              </a:rPr>
              <a:t>cannot be changed</a:t>
            </a:r>
            <a:r>
              <a:rPr lang="en-GB" sz="2400" dirty="0"/>
              <a:t>.</a:t>
            </a:r>
            <a:endParaRPr lang="en-GB" sz="2400" dirty="0">
              <a:solidFill>
                <a:srgbClr val="009999"/>
              </a:solidFill>
            </a:endParaRP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9FD30E96-8FAC-4342-9C7B-6553948F3F9E}"/>
              </a:ext>
            </a:extLst>
          </p:cNvPr>
          <p:cNvSpPr txBox="1">
            <a:spLocks/>
          </p:cNvSpPr>
          <p:nvPr/>
        </p:nvSpPr>
        <p:spPr>
          <a:xfrm>
            <a:off x="1269870" y="3278059"/>
            <a:ext cx="10360501" cy="1159053"/>
          </a:xfrm>
          <a:prstGeom prst="rect">
            <a:avLst/>
          </a:prstGeom>
        </p:spPr>
        <p:txBody>
          <a:bodyPr vert="horz" lIns="121899" tIns="60949" rIns="121899" bIns="60949" rtlCol="0">
            <a:normAutofit lnSpcReduction="10000"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B050"/>
                </a:solidFill>
              </a:rPr>
              <a:t>advantage</a:t>
            </a:r>
            <a:r>
              <a:rPr lang="en-GB" sz="2400" dirty="0"/>
              <a:t> of This method is that it’s fast and efficient, and the </a:t>
            </a:r>
            <a:r>
              <a:rPr lang="en-GB" sz="2400" dirty="0">
                <a:solidFill>
                  <a:srgbClr val="009999"/>
                </a:solidFill>
              </a:rPr>
              <a:t>time complexity</a:t>
            </a:r>
            <a:r>
              <a:rPr lang="en-GB" sz="2400" dirty="0"/>
              <a:t> for all stack operations is </a:t>
            </a:r>
            <a:r>
              <a:rPr lang="en-GB" sz="2400" dirty="0">
                <a:solidFill>
                  <a:srgbClr val="009999"/>
                </a:solidFill>
              </a:rPr>
              <a:t>O(1)</a:t>
            </a:r>
            <a:r>
              <a:rPr lang="en-GB" sz="2400" dirty="0"/>
              <a:t>.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957637E5-950B-4B9F-8D91-70C15766A59C}"/>
              </a:ext>
            </a:extLst>
          </p:cNvPr>
          <p:cNvSpPr txBox="1">
            <a:spLocks/>
          </p:cNvSpPr>
          <p:nvPr/>
        </p:nvSpPr>
        <p:spPr>
          <a:xfrm>
            <a:off x="1269869" y="4468199"/>
            <a:ext cx="10360501" cy="2198978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FFC000"/>
                </a:solidFill>
              </a:rPr>
              <a:t>disadvantages</a:t>
            </a:r>
            <a:r>
              <a:rPr lang="en-GB" sz="2400" dirty="0"/>
              <a:t> of this method is that arrays use </a:t>
            </a:r>
            <a:r>
              <a:rPr lang="en-GB" sz="2400" dirty="0">
                <a:solidFill>
                  <a:srgbClr val="009999"/>
                </a:solidFill>
              </a:rPr>
              <a:t>static memory allocation</a:t>
            </a:r>
            <a:r>
              <a:rPr lang="en-GB" sz="2400" dirty="0"/>
              <a:t>, which might cause stack overflow (if using static arrays), and it can be costly (if using dynamic arrays) due to new memory allocation and copying existing elements.</a:t>
            </a:r>
          </a:p>
        </p:txBody>
      </p:sp>
      <p:sp>
        <p:nvSpPr>
          <p:cNvPr id="6" name="Content Placeholder 13">
            <a:extLst>
              <a:ext uri="{FF2B5EF4-FFF2-40B4-BE49-F238E27FC236}">
                <a16:creationId xmlns:a16="http://schemas.microsoft.com/office/drawing/2014/main" id="{A8962E7B-09D5-4013-A171-07BE64CCF667}"/>
              </a:ext>
            </a:extLst>
          </p:cNvPr>
          <p:cNvSpPr txBox="1">
            <a:spLocks/>
          </p:cNvSpPr>
          <p:nvPr/>
        </p:nvSpPr>
        <p:spPr>
          <a:xfrm>
            <a:off x="1269869" y="1561709"/>
            <a:ext cx="10360501" cy="1656183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endParaRPr lang="en-GB" sz="2400" dirty="0">
              <a:solidFill>
                <a:srgbClr val="00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7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C56-726B-427A-9B47-9448F5E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143039"/>
            <a:ext cx="10360501" cy="12239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Array-based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E2726A-7AA5-4C77-9488-DF46648D8F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742449"/>
              </p:ext>
            </p:extLst>
          </p:nvPr>
        </p:nvGraphicFramePr>
        <p:xfrm>
          <a:off x="5918343" y="2328998"/>
          <a:ext cx="4464496" cy="2396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3A39D117-7766-4F79-B008-713A7FFDB7EC}"/>
              </a:ext>
            </a:extLst>
          </p:cNvPr>
          <p:cNvGrpSpPr/>
          <p:nvPr/>
        </p:nvGrpSpPr>
        <p:grpSpPr>
          <a:xfrm>
            <a:off x="5725768" y="5113530"/>
            <a:ext cx="4849646" cy="540063"/>
            <a:chOff x="3680082" y="5334798"/>
            <a:chExt cx="4849646" cy="540063"/>
          </a:xfrm>
        </p:grpSpPr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19BCF59F-C905-4C0F-92F8-EA6EEA630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680082" y="5334798"/>
              <a:ext cx="3062402" cy="540062"/>
            </a:xfrm>
            <a:prstGeom prst="bentConnector3">
              <a:avLst>
                <a:gd name="adj1" fmla="val 99765"/>
              </a:avLst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E8E1C693-BFB4-4B14-8A63-05A37E14B9C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29528" y="5334800"/>
              <a:ext cx="1800200" cy="540061"/>
            </a:xfrm>
            <a:prstGeom prst="bentConnector3">
              <a:avLst>
                <a:gd name="adj1" fmla="val 700"/>
              </a:avLst>
            </a:prstGeom>
            <a:ln w="254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797C42B-550B-48EE-BBED-0CD9E8FD3BC3}"/>
              </a:ext>
            </a:extLst>
          </p:cNvPr>
          <p:cNvSpPr txBox="1"/>
          <p:nvPr/>
        </p:nvSpPr>
        <p:spPr>
          <a:xfrm>
            <a:off x="5090251" y="5662007"/>
            <a:ext cx="612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75000"/>
                  </a:schemeClr>
                </a:solidFill>
              </a:rPr>
              <a:t>ONLY ONE </a:t>
            </a:r>
            <a:r>
              <a:rPr lang="en-GB" sz="2800" b="1" dirty="0">
                <a:solidFill>
                  <a:srgbClr val="FFC000"/>
                </a:solidFill>
              </a:rPr>
              <a:t>contiguous block of  memory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6A9B15-E333-4906-9D01-F8510E32AA72}"/>
              </a:ext>
            </a:extLst>
          </p:cNvPr>
          <p:cNvSpPr txBox="1"/>
          <p:nvPr/>
        </p:nvSpPr>
        <p:spPr>
          <a:xfrm>
            <a:off x="6065613" y="4188433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A06F4A-F04B-4E1D-BECE-CA82D1D6EED5}"/>
              </a:ext>
            </a:extLst>
          </p:cNvPr>
          <p:cNvSpPr txBox="1"/>
          <p:nvPr/>
        </p:nvSpPr>
        <p:spPr>
          <a:xfrm>
            <a:off x="7144484" y="4188434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D75B18-FACA-4988-94C7-7750C089A65D}"/>
              </a:ext>
            </a:extLst>
          </p:cNvPr>
          <p:cNvSpPr txBox="1"/>
          <p:nvPr/>
        </p:nvSpPr>
        <p:spPr>
          <a:xfrm>
            <a:off x="8231444" y="4188433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8033C8-8627-4D89-8259-55F69B93419B}"/>
              </a:ext>
            </a:extLst>
          </p:cNvPr>
          <p:cNvSpPr txBox="1"/>
          <p:nvPr/>
        </p:nvSpPr>
        <p:spPr>
          <a:xfrm>
            <a:off x="8343911" y="3166888"/>
            <a:ext cx="550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(top)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65E655-81ED-458D-A383-5776025D0FDF}"/>
              </a:ext>
            </a:extLst>
          </p:cNvPr>
          <p:cNvSpPr txBox="1"/>
          <p:nvPr/>
        </p:nvSpPr>
        <p:spPr>
          <a:xfrm>
            <a:off x="9485480" y="4185351"/>
            <a:ext cx="7749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>
                <a:solidFill>
                  <a:srgbClr val="FFFF00"/>
                </a:solidFill>
              </a:rPr>
              <a:t>Index: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66067-80E3-4E5F-B148-3BB31E082E49}"/>
              </a:ext>
            </a:extLst>
          </p:cNvPr>
          <p:cNvSpPr txBox="1"/>
          <p:nvPr/>
        </p:nvSpPr>
        <p:spPr>
          <a:xfrm>
            <a:off x="1268660" y="1661583"/>
            <a:ext cx="36423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Let’s say we have a stack based on an array.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Let’s call it “</a:t>
            </a:r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”.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88DE4D9E-8C76-47DD-88A0-694C73A3BA85}"/>
              </a:ext>
            </a:extLst>
          </p:cNvPr>
          <p:cNvCxnSpPr>
            <a:cxnSpLocks/>
            <a:endCxn id="4" idx="0"/>
          </p:cNvCxnSpPr>
          <p:nvPr/>
        </p:nvCxnSpPr>
        <p:spPr>
          <a:xfrm flipV="1">
            <a:off x="3214092" y="2328998"/>
            <a:ext cx="4936499" cy="136956"/>
          </a:xfrm>
          <a:prstGeom prst="curvedConnector4">
            <a:avLst>
              <a:gd name="adj1" fmla="val 27390"/>
              <a:gd name="adj2" fmla="val 266915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771DEADD-876F-4400-A871-15051FB71DD8}"/>
              </a:ext>
            </a:extLst>
          </p:cNvPr>
          <p:cNvCxnSpPr>
            <a:cxnSpLocks/>
          </p:cNvCxnSpPr>
          <p:nvPr/>
        </p:nvCxnSpPr>
        <p:spPr>
          <a:xfrm flipV="1">
            <a:off x="2926060" y="3464669"/>
            <a:ext cx="3456384" cy="106444"/>
          </a:xfrm>
          <a:prstGeom prst="curvedConnector3">
            <a:avLst>
              <a:gd name="adj1" fmla="val 50000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6ED245C4-7CD1-4016-B40C-8A50674AACBC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2801294" y="3992186"/>
            <a:ext cx="4730668" cy="196248"/>
          </a:xfrm>
          <a:prstGeom prst="curvedConnector2">
            <a:avLst/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14D427AD-8E18-4921-A887-FE5D86A7B2D7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2801294" y="4483015"/>
            <a:ext cx="5817628" cy="13195"/>
          </a:xfrm>
          <a:prstGeom prst="curvedConnector4">
            <a:avLst>
              <a:gd name="adj1" fmla="val 46670"/>
              <a:gd name="adj2" fmla="val 1832474"/>
            </a:avLst>
          </a:prstGeom>
          <a:ln w="57150">
            <a:solidFill>
              <a:srgbClr val="92D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8C3C74-1861-4C83-9F79-274688CFF541}"/>
              </a:ext>
            </a:extLst>
          </p:cNvPr>
          <p:cNvSpPr txBox="1"/>
          <p:nvPr/>
        </p:nvSpPr>
        <p:spPr>
          <a:xfrm>
            <a:off x="1273421" y="2780928"/>
            <a:ext cx="3642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Suppose that our array has a capacity of </a:t>
            </a:r>
          </a:p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4 elements.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.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Push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(10);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.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Push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(5);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solidFill>
                  <a:srgbClr val="FFC000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Stack_1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.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Push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(4);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78A248-C354-4907-87C1-8E77AD0A2B4D}"/>
              </a:ext>
            </a:extLst>
          </p:cNvPr>
          <p:cNvSpPr txBox="1"/>
          <p:nvPr/>
        </p:nvSpPr>
        <p:spPr>
          <a:xfrm>
            <a:off x="1268660" y="4760487"/>
            <a:ext cx="3642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The fact is that extra slots may be created, whether we pushed elements into the stack or not.</a:t>
            </a:r>
          </a:p>
          <a:p>
            <a:endParaRPr lang="en-GB" sz="1400" b="1" dirty="0">
              <a:latin typeface="Segoe UI Variable Small Semibol" pitchFamily="2" charset="0"/>
              <a:ea typeface="Microsoft YaHei" panose="020B0503020204020204" pitchFamily="34" charset="-122"/>
            </a:endParaRPr>
          </a:p>
          <a:p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For that reason, and in order to solve that extra memory-usage issue, </a:t>
            </a:r>
            <a:r>
              <a:rPr lang="en-GB" sz="1400" b="1" dirty="0">
                <a:solidFill>
                  <a:srgbClr val="009999"/>
                </a:solidFill>
                <a:latin typeface="Segoe UI Variable Small Semibol" pitchFamily="2" charset="0"/>
                <a:ea typeface="Microsoft YaHei" panose="020B0503020204020204" pitchFamily="34" charset="-122"/>
              </a:rPr>
              <a:t>we’re going to use a Linked-list </a:t>
            </a:r>
            <a:r>
              <a:rPr lang="en-GB" sz="1400" b="1" dirty="0">
                <a:latin typeface="Segoe UI Variable Small Semibol" pitchFamily="2" charset="0"/>
                <a:ea typeface="Microsoft YaHei" panose="020B0503020204020204" pitchFamily="34" charset="-122"/>
              </a:rPr>
              <a:t>instead of an array.</a:t>
            </a:r>
          </a:p>
        </p:txBody>
      </p:sp>
    </p:spTree>
    <p:extLst>
      <p:ext uri="{BB962C8B-B14F-4D97-AF65-F5344CB8AC3E}">
        <p14:creationId xmlns:p14="http://schemas.microsoft.com/office/powerpoint/2010/main" val="2928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30" grpId="0"/>
      <p:bldP spid="31" grpId="0"/>
      <p:bldP spid="32" grpId="0"/>
      <p:bldP spid="33" grpId="0"/>
      <p:bldP spid="34" grpId="0"/>
      <p:bldP spid="12" grpId="0"/>
      <p:bldP spid="13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C56-726B-427A-9B47-9448F5E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296738"/>
            <a:ext cx="10360501" cy="12239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chemeClr val="accent2"/>
                </a:solidFill>
              </a:rPr>
              <a:t>Linked-list</a:t>
            </a:r>
            <a:r>
              <a:rPr lang="en-GB" sz="4000" b="1" dirty="0"/>
              <a:t> based Stack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162075BE-24DD-4304-9B7D-843DB398F18F}"/>
              </a:ext>
            </a:extLst>
          </p:cNvPr>
          <p:cNvSpPr txBox="1">
            <a:spLocks/>
          </p:cNvSpPr>
          <p:nvPr/>
        </p:nvSpPr>
        <p:spPr>
          <a:xfrm>
            <a:off x="1269876" y="2129244"/>
            <a:ext cx="10360501" cy="6196300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400" dirty="0"/>
              <a:t>This stack is implemented using a </a:t>
            </a:r>
            <a:r>
              <a:rPr lang="en-GB" sz="2400" dirty="0">
                <a:solidFill>
                  <a:schemeClr val="accent2"/>
                </a:solidFill>
              </a:rPr>
              <a:t>linked list</a:t>
            </a:r>
            <a:r>
              <a:rPr lang="en-GB" sz="2400" dirty="0"/>
              <a:t>. Each node holds two parts: the </a:t>
            </a:r>
            <a:r>
              <a:rPr lang="en-GB" sz="2400" dirty="0">
                <a:solidFill>
                  <a:srgbClr val="009999"/>
                </a:solidFill>
              </a:rPr>
              <a:t>data</a:t>
            </a:r>
            <a:r>
              <a:rPr lang="en-GB" sz="2400" dirty="0"/>
              <a:t> element and a </a:t>
            </a:r>
            <a:r>
              <a:rPr lang="en-GB" sz="2400" dirty="0">
                <a:solidFill>
                  <a:srgbClr val="009999"/>
                </a:solidFill>
              </a:rPr>
              <a:t>pointer</a:t>
            </a:r>
            <a:r>
              <a:rPr lang="en-GB" sz="2400" dirty="0"/>
              <a:t> to the next node.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9999"/>
                </a:solidFill>
              </a:rPr>
              <a:t>data</a:t>
            </a:r>
            <a:r>
              <a:rPr lang="en-GB" sz="2400" dirty="0"/>
              <a:t> element holds the </a:t>
            </a:r>
            <a:r>
              <a:rPr lang="en-GB" sz="2400" dirty="0">
                <a:solidFill>
                  <a:srgbClr val="009999"/>
                </a:solidFill>
              </a:rPr>
              <a:t>value</a:t>
            </a:r>
            <a:r>
              <a:rPr lang="en-GB" sz="2400" dirty="0"/>
              <a:t> we are going to store in our stack.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9999"/>
                </a:solidFill>
              </a:rPr>
              <a:t>pointer</a:t>
            </a:r>
            <a:r>
              <a:rPr lang="en-GB" sz="2400" dirty="0"/>
              <a:t> stores the </a:t>
            </a:r>
            <a:r>
              <a:rPr lang="en-GB" sz="2400" dirty="0">
                <a:solidFill>
                  <a:srgbClr val="009999"/>
                </a:solidFill>
              </a:rPr>
              <a:t>location</a:t>
            </a:r>
            <a:r>
              <a:rPr lang="en-GB" sz="2400" dirty="0"/>
              <a:t> of the next node in memory.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In stacks, we use a </a:t>
            </a:r>
            <a:r>
              <a:rPr lang="en-GB" sz="2400" dirty="0">
                <a:solidFill>
                  <a:schemeClr val="accent2"/>
                </a:solidFill>
              </a:rPr>
              <a:t>Singly-linked List</a:t>
            </a:r>
            <a:r>
              <a:rPr lang="en-GB" sz="2400" dirty="0"/>
              <a:t>, which is </a:t>
            </a: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unidirectional</a:t>
            </a:r>
            <a:r>
              <a:rPr lang="en-GB" sz="2400" dirty="0"/>
              <a:t>. Therefore, we can </a:t>
            </a:r>
            <a:r>
              <a:rPr lang="en-GB" sz="2400" dirty="0">
                <a:solidFill>
                  <a:srgbClr val="FFFF00"/>
                </a:solidFill>
              </a:rPr>
              <a:t>only</a:t>
            </a:r>
            <a:r>
              <a:rPr lang="en-GB" sz="2400" dirty="0"/>
              <a:t> move </a:t>
            </a:r>
            <a:r>
              <a:rPr lang="en-GB" sz="2400" dirty="0">
                <a:solidFill>
                  <a:srgbClr val="009999"/>
                </a:solidFill>
              </a:rPr>
              <a:t>forward</a:t>
            </a:r>
            <a:r>
              <a:rPr lang="en-GB" sz="2400" dirty="0"/>
              <a:t> through our nodes.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009999"/>
                </a:solidFill>
              </a:rPr>
              <a:t>last-added node</a:t>
            </a:r>
            <a:r>
              <a:rPr lang="en-GB" sz="2400" dirty="0"/>
              <a:t>, which holds the </a:t>
            </a:r>
            <a:r>
              <a:rPr lang="en-GB" sz="2400" dirty="0">
                <a:solidFill>
                  <a:srgbClr val="009999"/>
                </a:solidFill>
              </a:rPr>
              <a:t>top</a:t>
            </a:r>
            <a:r>
              <a:rPr lang="en-GB" sz="2400" dirty="0"/>
              <a:t> element, </a:t>
            </a:r>
            <a:r>
              <a:rPr lang="en-GB" sz="2400" dirty="0">
                <a:solidFill>
                  <a:srgbClr val="FFFF00"/>
                </a:solidFill>
              </a:rPr>
              <a:t>is not</a:t>
            </a:r>
            <a:r>
              <a:rPr lang="en-GB" sz="2400" dirty="0"/>
              <a:t> followed by any node; So the </a:t>
            </a:r>
            <a:r>
              <a:rPr lang="en-GB" sz="2400" dirty="0">
                <a:solidFill>
                  <a:srgbClr val="009999"/>
                </a:solidFill>
              </a:rPr>
              <a:t>pointer</a:t>
            </a:r>
            <a:r>
              <a:rPr lang="en-GB" sz="2400" dirty="0"/>
              <a:t> it stores will have a value of </a:t>
            </a:r>
            <a:r>
              <a:rPr lang="en-GB" sz="2400" dirty="0">
                <a:solidFill>
                  <a:srgbClr val="00B0F0"/>
                </a:solidFill>
              </a:rPr>
              <a:t>NULL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439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9C56-726B-427A-9B47-9448F5E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543215"/>
            <a:ext cx="10360501" cy="539974"/>
          </a:xfrm>
        </p:spPr>
        <p:txBody>
          <a:bodyPr anchor="t">
            <a:norm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162075BE-24DD-4304-9B7D-843DB398F18F}"/>
              </a:ext>
            </a:extLst>
          </p:cNvPr>
          <p:cNvSpPr txBox="1">
            <a:spLocks/>
          </p:cNvSpPr>
          <p:nvPr/>
        </p:nvSpPr>
        <p:spPr>
          <a:xfrm>
            <a:off x="914161" y="1484784"/>
            <a:ext cx="4608512" cy="5148486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1600" dirty="0"/>
              <a:t>Now, we will implement the stack data structure using a linked list.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First, we define the </a:t>
            </a:r>
            <a:r>
              <a:rPr lang="en-GB" sz="1600" dirty="0">
                <a:solidFill>
                  <a:srgbClr val="FFC000"/>
                </a:solidFill>
              </a:rPr>
              <a:t>stack</a:t>
            </a:r>
            <a:r>
              <a:rPr lang="en-GB" sz="1600" dirty="0"/>
              <a:t> class.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As we mentioned earlier, a stack is composed of </a:t>
            </a:r>
            <a:r>
              <a:rPr lang="en-GB" sz="1600" dirty="0">
                <a:solidFill>
                  <a:srgbClr val="009999"/>
                </a:solidFill>
              </a:rPr>
              <a:t>nodes</a:t>
            </a:r>
            <a:r>
              <a:rPr lang="en-GB" sz="1600" dirty="0"/>
              <a:t>. Each node contains a </a:t>
            </a:r>
            <a:r>
              <a:rPr lang="en-GB" sz="1600" dirty="0">
                <a:solidFill>
                  <a:srgbClr val="009999"/>
                </a:solidFill>
              </a:rPr>
              <a:t>data item </a:t>
            </a:r>
            <a:r>
              <a:rPr lang="en-GB" sz="1600" dirty="0"/>
              <a:t>and a </a:t>
            </a:r>
            <a:r>
              <a:rPr lang="en-GB" sz="1600" dirty="0">
                <a:solidFill>
                  <a:srgbClr val="009999"/>
                </a:solidFill>
              </a:rPr>
              <a:t>pointer</a:t>
            </a:r>
            <a:r>
              <a:rPr lang="en-GB" sz="1600" dirty="0"/>
              <a:t>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To represent this, we define a </a:t>
            </a:r>
            <a:r>
              <a:rPr lang="en-GB" sz="16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struct</a:t>
            </a:r>
            <a:r>
              <a:rPr lang="en-GB" sz="1600" dirty="0"/>
              <a:t> with two members:	</a:t>
            </a:r>
          </a:p>
          <a:p>
            <a:pPr lvl="1">
              <a:lnSpc>
                <a:spcPct val="100000"/>
              </a:lnSpc>
            </a:pPr>
            <a:r>
              <a:rPr lang="en-GB" sz="1600" dirty="0">
                <a:solidFill>
                  <a:srgbClr val="009999"/>
                </a:solidFill>
              </a:rPr>
              <a:t>item</a:t>
            </a:r>
            <a:r>
              <a:rPr lang="en-GB" sz="1600" dirty="0"/>
              <a:t> – a variable that stores the data</a:t>
            </a:r>
          </a:p>
          <a:p>
            <a:pPr lvl="1">
              <a:lnSpc>
                <a:spcPct val="100000"/>
              </a:lnSpc>
            </a:pPr>
            <a:r>
              <a:rPr lang="en-GB" sz="1600" dirty="0">
                <a:solidFill>
                  <a:srgbClr val="009999"/>
                </a:solidFill>
              </a:rPr>
              <a:t>next</a:t>
            </a:r>
            <a:r>
              <a:rPr lang="en-GB" sz="1600" dirty="0"/>
              <a:t> – a pointer to the next node in the stack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To make the stack generic and able to store any data type, we use </a:t>
            </a:r>
            <a:r>
              <a:rPr lang="en-GB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templates</a:t>
            </a:r>
            <a:r>
              <a:rPr lang="en-GB" sz="1600" dirty="0"/>
              <a:t> for the item.</a:t>
            </a:r>
          </a:p>
          <a:p>
            <a:pPr>
              <a:lnSpc>
                <a:spcPct val="100000"/>
              </a:lnSpc>
            </a:pPr>
            <a:r>
              <a:rPr lang="en-GB" sz="1600" dirty="0"/>
              <a:t>We will also define two pointers: </a:t>
            </a:r>
            <a:r>
              <a:rPr lang="en-GB" sz="1600" dirty="0">
                <a:solidFill>
                  <a:srgbClr val="009999"/>
                </a:solidFill>
              </a:rPr>
              <a:t>cur</a:t>
            </a:r>
            <a:r>
              <a:rPr lang="en-GB" sz="1600" dirty="0"/>
              <a:t>, which we will to loop through the stack, and </a:t>
            </a:r>
            <a:r>
              <a:rPr lang="en-GB" sz="1600" dirty="0">
                <a:solidFill>
                  <a:srgbClr val="009999"/>
                </a:solidFill>
              </a:rPr>
              <a:t>top, </a:t>
            </a:r>
            <a:r>
              <a:rPr lang="en-GB" sz="1600" dirty="0"/>
              <a:t>which refers to the top item of the stack.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83FFA-B688-4AD6-BB24-8D2B4AA41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255" y="813202"/>
            <a:ext cx="7166570" cy="523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8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>
            <a:extLst>
              <a:ext uri="{FF2B5EF4-FFF2-40B4-BE49-F238E27FC236}">
                <a16:creationId xmlns:a16="http://schemas.microsoft.com/office/drawing/2014/main" id="{036DCAD2-3F10-4416-8D82-F769915A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512824"/>
            <a:ext cx="10360501" cy="539974"/>
          </a:xfrm>
        </p:spPr>
        <p:txBody>
          <a:bodyPr anchor="t">
            <a:normAutofit/>
          </a:bodyPr>
          <a:lstStyle/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0B358B-440B-4C6D-A291-6FEF61BDE868}"/>
              </a:ext>
            </a:extLst>
          </p:cNvPr>
          <p:cNvSpPr txBox="1"/>
          <p:nvPr/>
        </p:nvSpPr>
        <p:spPr>
          <a:xfrm>
            <a:off x="1310462" y="2453987"/>
            <a:ext cx="4536504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</a:rPr>
              <a:t>stack() {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</a:rPr>
              <a:t>top = nullptr;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</a:rPr>
              <a:t>}</a:t>
            </a:r>
            <a:endParaRPr lang="en-GB" dirty="0">
              <a:solidFill>
                <a:srgbClr val="FFC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61EEDE-E1A6-4C20-9836-392FF046972F}"/>
              </a:ext>
            </a:extLst>
          </p:cNvPr>
          <p:cNvSpPr txBox="1"/>
          <p:nvPr/>
        </p:nvSpPr>
        <p:spPr>
          <a:xfrm>
            <a:off x="1310462" y="1325003"/>
            <a:ext cx="91044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When a new stack object is created, it contains no elements.</a:t>
            </a:r>
            <a:br>
              <a:rPr lang="en-GB" sz="2000" dirty="0"/>
            </a:br>
            <a:r>
              <a:rPr lang="en-GB" sz="2000" dirty="0"/>
              <a:t>Therefore, the </a:t>
            </a:r>
            <a:r>
              <a:rPr lang="en-GB" sz="2000" b="1" dirty="0">
                <a:solidFill>
                  <a:srgbClr val="00B050"/>
                </a:solidFill>
              </a:rPr>
              <a:t>top</a:t>
            </a:r>
            <a:r>
              <a:rPr lang="en-GB" sz="2000" dirty="0"/>
              <a:t> pointer is initialized to </a:t>
            </a:r>
            <a:r>
              <a:rPr lang="en-GB" sz="2000" b="1" dirty="0">
                <a:solidFill>
                  <a:srgbClr val="00B0F0"/>
                </a:solidFill>
              </a:rPr>
              <a:t>nullptr</a:t>
            </a:r>
            <a:r>
              <a:rPr lang="en-GB" sz="2000" dirty="0"/>
              <a:t>, indicating that the stack is empty.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337B34-E8DF-41A7-98DC-24D2C5225830}"/>
              </a:ext>
            </a:extLst>
          </p:cNvPr>
          <p:cNvSpPr txBox="1"/>
          <p:nvPr/>
        </p:nvSpPr>
        <p:spPr>
          <a:xfrm>
            <a:off x="1310462" y="3771809"/>
            <a:ext cx="10360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Since an empty stack has its top pointer set to </a:t>
            </a:r>
            <a:r>
              <a:rPr lang="en-GB" sz="2000" dirty="0">
                <a:solidFill>
                  <a:srgbClr val="00B0F0"/>
                </a:solidFill>
              </a:rPr>
              <a:t>nullptr</a:t>
            </a:r>
            <a:r>
              <a:rPr lang="en-GB" sz="2000" dirty="0"/>
              <a:t>, we can implement the </a:t>
            </a:r>
            <a:r>
              <a:rPr lang="en-GB" sz="2000" dirty="0">
                <a:solidFill>
                  <a:srgbClr val="FFC000"/>
                </a:solidFill>
              </a:rPr>
              <a:t>isEmpty()</a:t>
            </a:r>
            <a:r>
              <a:rPr lang="en-GB" sz="2000" dirty="0"/>
              <a:t> function to check this value and determine whether the stack contains any elements.</a:t>
            </a:r>
            <a:endParaRPr lang="en-GB" sz="2000" dirty="0">
              <a:solidFill>
                <a:srgbClr val="FFC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53794C-D997-47A9-8136-61A35C6922EF}"/>
              </a:ext>
            </a:extLst>
          </p:cNvPr>
          <p:cNvSpPr txBox="1"/>
          <p:nvPr/>
        </p:nvSpPr>
        <p:spPr>
          <a:xfrm>
            <a:off x="1310462" y="4935875"/>
            <a:ext cx="4536504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bool isEmpty() {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return top == nullptr;</a:t>
            </a:r>
          </a:p>
          <a:p>
            <a:r>
              <a:rPr lang="en-GB" sz="1600" dirty="0">
                <a:solidFill>
                  <a:srgbClr val="FFC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19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7" grpId="0"/>
      <p:bldP spid="39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387CA1-757E-4CEB-A70E-B2B7D50D8EBC}"/>
              </a:ext>
            </a:extLst>
          </p:cNvPr>
          <p:cNvSpPr txBox="1"/>
          <p:nvPr/>
        </p:nvSpPr>
        <p:spPr>
          <a:xfrm rot="19967539">
            <a:off x="8984926" y="4031739"/>
            <a:ext cx="1087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B050"/>
                </a:solidFill>
              </a:rPr>
              <a:t>add to stack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75D721-B569-43AF-8375-CAB5BF6E3050}"/>
              </a:ext>
            </a:extLst>
          </p:cNvPr>
          <p:cNvSpPr txBox="1"/>
          <p:nvPr/>
        </p:nvSpPr>
        <p:spPr>
          <a:xfrm>
            <a:off x="5746845" y="5062210"/>
            <a:ext cx="1874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*</a:t>
            </a:r>
            <a:r>
              <a:rPr lang="en-GB" sz="1400" b="1" dirty="0">
                <a:solidFill>
                  <a:srgbClr val="0070C0"/>
                </a:solidFill>
              </a:rPr>
              <a:t>top</a:t>
            </a:r>
          </a:p>
          <a:p>
            <a:pPr algn="ctr"/>
            <a:r>
              <a:rPr lang="en-GB" sz="1400" b="1" dirty="0"/>
              <a:t>(</a:t>
            </a:r>
            <a:r>
              <a:rPr lang="en-GB" sz="1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nullptr</a:t>
            </a:r>
            <a:r>
              <a:rPr lang="en-GB" sz="1400" b="1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901C95-034F-4058-A717-546CE46C1A63}"/>
              </a:ext>
            </a:extLst>
          </p:cNvPr>
          <p:cNvSpPr txBox="1"/>
          <p:nvPr/>
        </p:nvSpPr>
        <p:spPr>
          <a:xfrm>
            <a:off x="8237990" y="2116778"/>
            <a:ext cx="22755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push</a:t>
            </a:r>
            <a:r>
              <a:rPr lang="en-GB" sz="2000" b="1" dirty="0">
                <a:solidFill>
                  <a:srgbClr val="00B050"/>
                </a:solidFill>
              </a:rPr>
              <a:t>(newItem)</a:t>
            </a:r>
          </a:p>
        </p:txBody>
      </p:sp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5" y="1233072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chemeClr val="accent1"/>
                </a:solidFill>
              </a:rPr>
              <a:t>pu</a:t>
            </a:r>
            <a:r>
              <a:rPr lang="en-gb" sz="4000" b="1" dirty="0">
                <a:solidFill>
                  <a:schemeClr val="accent1"/>
                </a:solidFill>
              </a:rPr>
              <a:t>sh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B25BF-A853-4290-A025-C27D0D98525B}"/>
              </a:ext>
            </a:extLst>
          </p:cNvPr>
          <p:cNvSpPr/>
          <p:nvPr/>
        </p:nvSpPr>
        <p:spPr>
          <a:xfrm>
            <a:off x="7436110" y="2989566"/>
            <a:ext cx="1639528" cy="1005029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New Item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227B837-F4D7-4B45-9325-34B36829E029}"/>
              </a:ext>
            </a:extLst>
          </p:cNvPr>
          <p:cNvSpPr/>
          <p:nvPr/>
        </p:nvSpPr>
        <p:spPr>
          <a:xfrm>
            <a:off x="7318548" y="4667328"/>
            <a:ext cx="1874652" cy="1677848"/>
          </a:xfrm>
          <a:prstGeom prst="rect">
            <a:avLst/>
          </a:prstGeom>
          <a:noFill/>
          <a:ln w="3175">
            <a:solidFill>
              <a:srgbClr val="009999"/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BD46DE76-5A63-4FE2-98D7-69556BC4619E}"/>
              </a:ext>
            </a:extLst>
          </p:cNvPr>
          <p:cNvCxnSpPr>
            <a:cxnSpLocks/>
            <a:stCxn id="33" idx="3"/>
            <a:endCxn id="177" idx="0"/>
          </p:cNvCxnSpPr>
          <p:nvPr/>
        </p:nvCxnSpPr>
        <p:spPr>
          <a:xfrm flipH="1">
            <a:off x="8255874" y="3492081"/>
            <a:ext cx="819764" cy="1175247"/>
          </a:xfrm>
          <a:prstGeom prst="curvedConnector4">
            <a:avLst>
              <a:gd name="adj1" fmla="val -27886"/>
              <a:gd name="adj2" fmla="val 71379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3C2A6598-01E1-4D0E-AECB-AC0F99D24739}"/>
              </a:ext>
            </a:extLst>
          </p:cNvPr>
          <p:cNvSpPr txBox="1">
            <a:spLocks/>
          </p:cNvSpPr>
          <p:nvPr/>
        </p:nvSpPr>
        <p:spPr>
          <a:xfrm>
            <a:off x="914161" y="457006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E6373-3A41-4FA5-8689-B412E2F093B0}"/>
              </a:ext>
            </a:extLst>
          </p:cNvPr>
          <p:cNvSpPr txBox="1"/>
          <p:nvPr/>
        </p:nvSpPr>
        <p:spPr>
          <a:xfrm>
            <a:off x="1269876" y="5301575"/>
            <a:ext cx="4455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The new node’s </a:t>
            </a:r>
            <a:r>
              <a:rPr lang="en-GB" sz="1800" b="1" dirty="0">
                <a:solidFill>
                  <a:srgbClr val="009999"/>
                </a:solidFill>
              </a:rPr>
              <a:t>next</a:t>
            </a:r>
            <a:r>
              <a:rPr lang="en-GB" sz="1800" dirty="0"/>
              <a:t> pointer is set to the </a:t>
            </a:r>
            <a:r>
              <a:rPr lang="en-GB" sz="1800" dirty="0">
                <a:solidFill>
                  <a:srgbClr val="FFC000"/>
                </a:solidFill>
              </a:rPr>
              <a:t>previous</a:t>
            </a:r>
            <a:r>
              <a:rPr lang="en-GB" sz="1800" dirty="0"/>
              <a:t> </a:t>
            </a:r>
            <a:r>
              <a:rPr lang="en-GB" sz="1800" b="1" dirty="0">
                <a:solidFill>
                  <a:srgbClr val="009999"/>
                </a:solidFill>
              </a:rPr>
              <a:t>top</a:t>
            </a:r>
            <a:r>
              <a:rPr lang="en-GB" sz="1800" dirty="0"/>
              <a:t>, and then the </a:t>
            </a:r>
            <a:r>
              <a:rPr lang="en-GB" sz="1800" dirty="0">
                <a:solidFill>
                  <a:srgbClr val="FFC000"/>
                </a:solidFill>
              </a:rPr>
              <a:t>previous</a:t>
            </a:r>
            <a:r>
              <a:rPr lang="en-GB" sz="1800" dirty="0"/>
              <a:t> </a:t>
            </a:r>
            <a:r>
              <a:rPr lang="en-GB" sz="1800" dirty="0">
                <a:solidFill>
                  <a:srgbClr val="009999"/>
                </a:solidFill>
              </a:rPr>
              <a:t>top</a:t>
            </a:r>
            <a:r>
              <a:rPr lang="en-GB" sz="1800" dirty="0"/>
              <a:t> is set to the </a:t>
            </a:r>
            <a:r>
              <a:rPr lang="en-GB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item pointer</a:t>
            </a:r>
            <a:r>
              <a:rPr lang="en-GB" sz="18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6E94A-0724-4A1D-885B-BC854CC88D68}"/>
              </a:ext>
            </a:extLst>
          </p:cNvPr>
          <p:cNvSpPr txBox="1"/>
          <p:nvPr/>
        </p:nvSpPr>
        <p:spPr>
          <a:xfrm>
            <a:off x="9384703" y="5478498"/>
            <a:ext cx="104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9999"/>
                </a:solidFill>
              </a:rPr>
              <a:t>Stack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BCD10-ECF3-453A-9E7D-080837C60AAB}"/>
              </a:ext>
            </a:extLst>
          </p:cNvPr>
          <p:cNvSpPr txBox="1"/>
          <p:nvPr/>
        </p:nvSpPr>
        <p:spPr>
          <a:xfrm>
            <a:off x="1269876" y="3981313"/>
            <a:ext cx="335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When </a:t>
            </a:r>
            <a:r>
              <a:rPr lang="en-GB" sz="1800" dirty="0">
                <a:solidFill>
                  <a:schemeClr val="accent1"/>
                </a:solidFill>
              </a:rPr>
              <a:t>p</a:t>
            </a:r>
            <a:r>
              <a:rPr lang="en-GB" sz="1800" b="1" dirty="0">
                <a:solidFill>
                  <a:schemeClr val="accent1"/>
                </a:solidFill>
              </a:rPr>
              <a:t>ush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00B050"/>
                </a:solidFill>
              </a:rPr>
              <a:t>newItem</a:t>
            </a:r>
            <a:r>
              <a:rPr lang="en-GB" sz="1800" b="1" dirty="0"/>
              <a:t>)</a:t>
            </a:r>
            <a:r>
              <a:rPr lang="en-GB" sz="1800" dirty="0"/>
              <a:t> is called: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A new item node is created</a:t>
            </a:r>
          </a:p>
          <a:p>
            <a:pPr marL="285750" indent="-285750">
              <a:buFontTx/>
              <a:buChar char="-"/>
            </a:pPr>
            <a:r>
              <a:rPr lang="en-GB" sz="1800" dirty="0"/>
              <a:t> A pointer to the new item node is defined.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B487E6-3144-41AF-9723-8C77D27735C4}"/>
              </a:ext>
            </a:extLst>
          </p:cNvPr>
          <p:cNvSpPr txBox="1"/>
          <p:nvPr/>
        </p:nvSpPr>
        <p:spPr>
          <a:xfrm>
            <a:off x="1269876" y="1816491"/>
            <a:ext cx="3240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The </a:t>
            </a:r>
            <a:r>
              <a:rPr lang="en-GB" sz="1800" dirty="0">
                <a:solidFill>
                  <a:srgbClr val="92D050"/>
                </a:solidFill>
              </a:rPr>
              <a:t>constructor</a:t>
            </a:r>
            <a:r>
              <a:rPr lang="en-GB" sz="1800" dirty="0"/>
              <a:t> initializes a new, </a:t>
            </a:r>
            <a:r>
              <a:rPr lang="en-GB" sz="1800" dirty="0">
                <a:solidFill>
                  <a:srgbClr val="FFC000"/>
                </a:solidFill>
              </a:rPr>
              <a:t>empty</a:t>
            </a:r>
            <a:r>
              <a:rPr lang="en-GB" sz="1800" dirty="0"/>
              <a:t> stack. Since we haven’t yet pushed any item into the stack, it has only one pointer of type </a:t>
            </a:r>
            <a:r>
              <a:rPr lang="en-GB" sz="1800" dirty="0">
                <a:solidFill>
                  <a:srgbClr val="00B0F0"/>
                </a:solidFill>
              </a:rPr>
              <a:t>node</a:t>
            </a:r>
            <a:r>
              <a:rPr lang="en-GB" sz="1800" dirty="0"/>
              <a:t>; the </a:t>
            </a:r>
            <a:r>
              <a:rPr lang="en-GB" sz="1800" dirty="0">
                <a:solidFill>
                  <a:srgbClr val="0070C0"/>
                </a:solidFill>
              </a:rPr>
              <a:t>top</a:t>
            </a:r>
            <a:r>
              <a:rPr lang="en-GB" sz="1800" dirty="0"/>
              <a:t> pointer.</a:t>
            </a:r>
          </a:p>
          <a:p>
            <a:r>
              <a:rPr lang="en-GB" sz="1800" dirty="0"/>
              <a:t>The top pointer’s initial value is set to </a:t>
            </a:r>
            <a:r>
              <a:rPr lang="en-GB" sz="1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nullptr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42880F-C2E9-40EA-95D9-B42F8B7AD7A6}"/>
              </a:ext>
            </a:extLst>
          </p:cNvPr>
          <p:cNvSpPr/>
          <p:nvPr/>
        </p:nvSpPr>
        <p:spPr>
          <a:xfrm>
            <a:off x="7436110" y="5007766"/>
            <a:ext cx="1639528" cy="1005029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New Item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8BBFC3-B6FB-4B16-B22B-D8117454A334}"/>
              </a:ext>
            </a:extLst>
          </p:cNvPr>
          <p:cNvSpPr txBox="1"/>
          <p:nvPr/>
        </p:nvSpPr>
        <p:spPr>
          <a:xfrm>
            <a:off x="9375762" y="4855583"/>
            <a:ext cx="18746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top</a:t>
            </a:r>
            <a:r>
              <a:rPr lang="en-GB" sz="1400" b="1" dirty="0"/>
              <a:t> = newItemPtr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D77438-A7F6-4E98-BA57-13211204E011}"/>
              </a:ext>
            </a:extLst>
          </p:cNvPr>
          <p:cNvSpPr txBox="1"/>
          <p:nvPr/>
        </p:nvSpPr>
        <p:spPr>
          <a:xfrm>
            <a:off x="9306399" y="4509120"/>
            <a:ext cx="1874652" cy="279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next</a:t>
            </a:r>
            <a:r>
              <a:rPr lang="en-GB" sz="1400" b="1" dirty="0"/>
              <a:t> = top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98838F-2D4A-43BC-B6F7-6666C8CCACFF}"/>
              </a:ext>
            </a:extLst>
          </p:cNvPr>
          <p:cNvSpPr/>
          <p:nvPr/>
        </p:nvSpPr>
        <p:spPr>
          <a:xfrm>
            <a:off x="9521858" y="4420307"/>
            <a:ext cx="1577414" cy="86825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3991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8" grpId="0"/>
      <p:bldP spid="18" grpId="1"/>
      <p:bldP spid="24" grpId="0"/>
      <p:bldP spid="33" grpId="0" animBg="1"/>
      <p:bldP spid="33" grpId="1" animBg="1"/>
      <p:bldP spid="177" grpId="0" animBg="1"/>
      <p:bldP spid="4" grpId="0"/>
      <p:bldP spid="10" grpId="0"/>
      <p:bldP spid="11" grpId="0"/>
      <p:bldP spid="35" grpId="0"/>
      <p:bldP spid="45" grpId="0" animBg="1"/>
      <p:bldP spid="47" grpId="0"/>
      <p:bldP spid="51" grpId="0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4" y="1556792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chemeClr val="accent1"/>
                </a:solidFill>
              </a:rPr>
              <a:t>pu</a:t>
            </a:r>
            <a:r>
              <a:rPr lang="en-gb" sz="4000" b="1" dirty="0">
                <a:solidFill>
                  <a:schemeClr val="accent1"/>
                </a:solidFill>
              </a:rPr>
              <a:t>sh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C2A6598-01E1-4D0E-AECB-AC0F99D24739}"/>
              </a:ext>
            </a:extLst>
          </p:cNvPr>
          <p:cNvSpPr txBox="1">
            <a:spLocks/>
          </p:cNvSpPr>
          <p:nvPr/>
        </p:nvSpPr>
        <p:spPr>
          <a:xfrm>
            <a:off x="914161" y="457006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FEF1F-9B5E-49F7-B169-009FF788B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59" y="1743075"/>
            <a:ext cx="857250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A210F5-D567-46A7-B6FD-E221378AF162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>
          <a:xfrm flipV="1">
            <a:off x="3997360" y="3597611"/>
            <a:ext cx="585384" cy="77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387CA1-757E-4CEB-A70E-B2B7D50D8EBC}"/>
              </a:ext>
            </a:extLst>
          </p:cNvPr>
          <p:cNvSpPr txBox="1"/>
          <p:nvPr/>
        </p:nvSpPr>
        <p:spPr>
          <a:xfrm>
            <a:off x="3552941" y="3451457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901C95-034F-4058-A717-546CE46C1A63}"/>
              </a:ext>
            </a:extLst>
          </p:cNvPr>
          <p:cNvSpPr txBox="1"/>
          <p:nvPr/>
        </p:nvSpPr>
        <p:spPr>
          <a:xfrm>
            <a:off x="1053852" y="1419738"/>
            <a:ext cx="1477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Push</a:t>
            </a:r>
            <a:r>
              <a:rPr lang="en-GB" sz="2000" b="1" dirty="0">
                <a:solidFill>
                  <a:srgbClr val="00B050"/>
                </a:solidFill>
              </a:rPr>
              <a:t>(50)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DD1F1B7-1891-48F2-B427-310B5AB599B7}"/>
              </a:ext>
            </a:extLst>
          </p:cNvPr>
          <p:cNvGrpSpPr/>
          <p:nvPr/>
        </p:nvGrpSpPr>
        <p:grpSpPr>
          <a:xfrm>
            <a:off x="4582744" y="3095580"/>
            <a:ext cx="936104" cy="3042372"/>
            <a:chOff x="5614946" y="2109537"/>
            <a:chExt cx="936104" cy="304237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E8D57B-09CE-481A-8ED1-39BCF757F545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40D552-AD16-495B-BA72-940861B643AF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433DAE-0478-42F7-B7DA-3DC20B03D6A0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E575237A-681F-48B0-8D78-9A5B5D631791}"/>
              </a:ext>
            </a:extLst>
          </p:cNvPr>
          <p:cNvSpPr/>
          <p:nvPr/>
        </p:nvSpPr>
        <p:spPr>
          <a:xfrm>
            <a:off x="2891716" y="1819848"/>
            <a:ext cx="934365" cy="1004061"/>
          </a:xfrm>
          <a:prstGeom prst="rect">
            <a:avLst/>
          </a:prstGeom>
          <a:solidFill>
            <a:srgbClr val="00B050"/>
          </a:solidFill>
          <a:ln w="317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pu</a:t>
            </a:r>
            <a:r>
              <a:rPr lang="en-gb" sz="4000" b="1" dirty="0">
                <a:solidFill>
                  <a:srgbClr val="009999"/>
                </a:solidFill>
              </a:rPr>
              <a:t>sh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B25BF-A853-4290-A025-C27D0D98525B}"/>
              </a:ext>
            </a:extLst>
          </p:cNvPr>
          <p:cNvSpPr/>
          <p:nvPr/>
        </p:nvSpPr>
        <p:spPr>
          <a:xfrm>
            <a:off x="7581355" y="2058887"/>
            <a:ext cx="934365" cy="100406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50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3232DF3-EAF8-4488-A3E8-70814FD20D94}"/>
              </a:ext>
            </a:extLst>
          </p:cNvPr>
          <p:cNvGrpSpPr/>
          <p:nvPr/>
        </p:nvGrpSpPr>
        <p:grpSpPr>
          <a:xfrm>
            <a:off x="1804393" y="1819847"/>
            <a:ext cx="1099201" cy="502031"/>
            <a:chOff x="1804393" y="1819847"/>
            <a:chExt cx="1099201" cy="502031"/>
          </a:xfrm>
        </p:grpSpPr>
        <p:cxnSp>
          <p:nvCxnSpPr>
            <p:cNvPr id="48" name="Connector: Curved 47">
              <a:extLst>
                <a:ext uri="{FF2B5EF4-FFF2-40B4-BE49-F238E27FC236}">
                  <a16:creationId xmlns:a16="http://schemas.microsoft.com/office/drawing/2014/main" id="{BD46DE76-5A63-4FE2-98D7-69556BC4619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102978" y="1521262"/>
              <a:ext cx="502031" cy="1099201"/>
            </a:xfrm>
            <a:prstGeom prst="curvedConnector2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2B73ADB-F84D-4875-AA6C-BAA2F8C66AED}"/>
                </a:ext>
              </a:extLst>
            </p:cNvPr>
            <p:cNvSpPr txBox="1"/>
            <p:nvPr/>
          </p:nvSpPr>
          <p:spPr>
            <a:xfrm>
              <a:off x="2161026" y="1916975"/>
              <a:ext cx="479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B050"/>
                  </a:solidFill>
                </a:rPr>
                <a:t>add</a:t>
              </a: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7D83BE7-BB1D-417A-B062-559B23C8F816}"/>
              </a:ext>
            </a:extLst>
          </p:cNvPr>
          <p:cNvGrpSpPr/>
          <p:nvPr/>
        </p:nvGrpSpPr>
        <p:grpSpPr>
          <a:xfrm>
            <a:off x="3826081" y="2224752"/>
            <a:ext cx="1224715" cy="870828"/>
            <a:chOff x="3826081" y="2224752"/>
            <a:chExt cx="1224715" cy="870828"/>
          </a:xfrm>
        </p:grpSpPr>
        <p:cxnSp>
          <p:nvCxnSpPr>
            <p:cNvPr id="57" name="Connector: Curved 56">
              <a:extLst>
                <a:ext uri="{FF2B5EF4-FFF2-40B4-BE49-F238E27FC236}">
                  <a16:creationId xmlns:a16="http://schemas.microsoft.com/office/drawing/2014/main" id="{0BE8B4EE-47F8-49BC-BABF-3FE799FBCCA4}"/>
                </a:ext>
              </a:extLst>
            </p:cNvPr>
            <p:cNvCxnSpPr>
              <a:cxnSpLocks/>
              <a:stCxn id="46" idx="3"/>
              <a:endCxn id="28" idx="0"/>
            </p:cNvCxnSpPr>
            <p:nvPr/>
          </p:nvCxnSpPr>
          <p:spPr>
            <a:xfrm>
              <a:off x="3826081" y="2321879"/>
              <a:ext cx="1224715" cy="773701"/>
            </a:xfrm>
            <a:prstGeom prst="curvedConnector2">
              <a:avLst/>
            </a:prstGeom>
            <a:ln w="254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0607E94-F6A7-4B84-9203-6E7A022CCD45}"/>
                </a:ext>
              </a:extLst>
            </p:cNvPr>
            <p:cNvSpPr txBox="1"/>
            <p:nvPr/>
          </p:nvSpPr>
          <p:spPr>
            <a:xfrm>
              <a:off x="4458730" y="2224752"/>
              <a:ext cx="479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B050"/>
                  </a:solidFill>
                </a:rPr>
                <a:t>to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44FA783-E9AF-4A8D-BF27-ADFE8D510C3E}"/>
              </a:ext>
            </a:extLst>
          </p:cNvPr>
          <p:cNvSpPr txBox="1"/>
          <p:nvPr/>
        </p:nvSpPr>
        <p:spPr>
          <a:xfrm>
            <a:off x="4510235" y="5865094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rgbClr val="FFC000"/>
                </a:solidFill>
              </a:rPr>
              <a:t>next = </a:t>
            </a:r>
            <a:r>
              <a:rPr lang="en-GB" sz="1200" b="1" dirty="0">
                <a:solidFill>
                  <a:srgbClr val="002060"/>
                </a:solidFill>
              </a:rPr>
              <a:t>nullptr</a:t>
            </a:r>
            <a:endParaRPr lang="en-GB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ADC57-9C5E-4EE5-AE47-6C0225081E6A}"/>
              </a:ext>
            </a:extLst>
          </p:cNvPr>
          <p:cNvSpPr txBox="1"/>
          <p:nvPr/>
        </p:nvSpPr>
        <p:spPr>
          <a:xfrm>
            <a:off x="4798268" y="4783863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116DF-D9CA-495B-AFBD-32570FED8036}"/>
              </a:ext>
            </a:extLst>
          </p:cNvPr>
          <p:cNvSpPr txBox="1"/>
          <p:nvPr/>
        </p:nvSpPr>
        <p:spPr>
          <a:xfrm>
            <a:off x="4582743" y="3772442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>
                <a:solidFill>
                  <a:srgbClr val="FFC000"/>
                </a:solidFill>
              </a:rPr>
              <a:t>next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C9A24F3F-D32F-4FFB-98AB-812C08E0F1D1}"/>
              </a:ext>
            </a:extLst>
          </p:cNvPr>
          <p:cNvCxnSpPr>
            <a:cxnSpLocks/>
            <a:stCxn id="27" idx="3"/>
            <a:endCxn id="23" idx="3"/>
          </p:cNvCxnSpPr>
          <p:nvPr/>
        </p:nvCxnSpPr>
        <p:spPr>
          <a:xfrm>
            <a:off x="5374332" y="4937752"/>
            <a:ext cx="144516" cy="698169"/>
          </a:xfrm>
          <a:prstGeom prst="curvedConnector3">
            <a:avLst>
              <a:gd name="adj1" fmla="val 258183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3F6066F-28B4-40C6-862E-301EBAA0DC3E}"/>
              </a:ext>
            </a:extLst>
          </p:cNvPr>
          <p:cNvCxnSpPr>
            <a:cxnSpLocks/>
            <a:stCxn id="29" idx="3"/>
            <a:endCxn id="26" idx="3"/>
          </p:cNvCxnSpPr>
          <p:nvPr/>
        </p:nvCxnSpPr>
        <p:spPr>
          <a:xfrm>
            <a:off x="5518847" y="3903247"/>
            <a:ext cx="1" cy="713519"/>
          </a:xfrm>
          <a:prstGeom prst="curvedConnector3">
            <a:avLst>
              <a:gd name="adj1" fmla="val 22860100000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7C15F7-F1A9-4402-9F91-AF3F85D4B405}"/>
              </a:ext>
            </a:extLst>
          </p:cNvPr>
          <p:cNvCxnSpPr>
            <a:cxnSpLocks/>
            <a:stCxn id="54" idx="1"/>
            <a:endCxn id="33" idx="3"/>
          </p:cNvCxnSpPr>
          <p:nvPr/>
        </p:nvCxnSpPr>
        <p:spPr>
          <a:xfrm flipH="1">
            <a:off x="8515720" y="2560918"/>
            <a:ext cx="5591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981E526-EB9F-4BED-9481-5F8F9E2B891C}"/>
              </a:ext>
            </a:extLst>
          </p:cNvPr>
          <p:cNvSpPr txBox="1"/>
          <p:nvPr/>
        </p:nvSpPr>
        <p:spPr>
          <a:xfrm>
            <a:off x="9074899" y="2407030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D89823-BFEB-4F85-8F03-CB2499B75698}"/>
              </a:ext>
            </a:extLst>
          </p:cNvPr>
          <p:cNvGrpSpPr/>
          <p:nvPr/>
        </p:nvGrpSpPr>
        <p:grpSpPr>
          <a:xfrm>
            <a:off x="7579616" y="3067710"/>
            <a:ext cx="936104" cy="3042372"/>
            <a:chOff x="5614946" y="2109537"/>
            <a:chExt cx="936104" cy="304237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1116F3E-794E-4154-AB71-57BE024A0C6B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A86202-4137-48D1-A198-B792F5FB1493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F35AB3D-BCCF-4C75-BEAF-B26E09E53BC6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D460000-969B-4430-B827-EA683CEBC596}"/>
              </a:ext>
            </a:extLst>
          </p:cNvPr>
          <p:cNvSpPr txBox="1"/>
          <p:nvPr/>
        </p:nvSpPr>
        <p:spPr>
          <a:xfrm>
            <a:off x="7775381" y="2776024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002C17-DD9B-4818-9A0F-7A0658D19458}"/>
              </a:ext>
            </a:extLst>
          </p:cNvPr>
          <p:cNvSpPr txBox="1"/>
          <p:nvPr/>
        </p:nvSpPr>
        <p:spPr>
          <a:xfrm>
            <a:off x="7795141" y="4787511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DAC3B109-9EA4-4585-8E36-E3BFE9239A1E}"/>
              </a:ext>
            </a:extLst>
          </p:cNvPr>
          <p:cNvCxnSpPr>
            <a:cxnSpLocks/>
            <a:stCxn id="60" idx="1"/>
            <a:endCxn id="59" idx="1"/>
          </p:cNvCxnSpPr>
          <p:nvPr/>
        </p:nvCxnSpPr>
        <p:spPr>
          <a:xfrm rot="10800000" flipV="1">
            <a:off x="7579617" y="2929913"/>
            <a:ext cx="195765" cy="639828"/>
          </a:xfrm>
          <a:prstGeom prst="curvedConnector3">
            <a:avLst>
              <a:gd name="adj1" fmla="val 216773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67255E44-B17D-4426-8B43-6BBEFB2364B7}"/>
              </a:ext>
            </a:extLst>
          </p:cNvPr>
          <p:cNvCxnSpPr>
            <a:cxnSpLocks/>
            <a:stCxn id="75" idx="3"/>
            <a:endCxn id="58" idx="3"/>
          </p:cNvCxnSpPr>
          <p:nvPr/>
        </p:nvCxnSpPr>
        <p:spPr>
          <a:xfrm>
            <a:off x="8371205" y="3920421"/>
            <a:ext cx="144515" cy="668475"/>
          </a:xfrm>
          <a:prstGeom prst="curvedConnector3">
            <a:avLst>
              <a:gd name="adj1" fmla="val 25818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DC1C761-91CB-4CD5-AC0F-39A1200FCA3D}"/>
              </a:ext>
            </a:extLst>
          </p:cNvPr>
          <p:cNvSpPr txBox="1"/>
          <p:nvPr/>
        </p:nvSpPr>
        <p:spPr>
          <a:xfrm>
            <a:off x="7509583" y="5833083"/>
            <a:ext cx="13059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FFC000"/>
                </a:solidFill>
              </a:rPr>
              <a:t>next = </a:t>
            </a:r>
            <a:r>
              <a:rPr lang="en-GB" sz="1200" b="1" dirty="0">
                <a:solidFill>
                  <a:srgbClr val="002060"/>
                </a:solidFill>
              </a:rPr>
              <a:t>nullptr</a:t>
            </a:r>
            <a:r>
              <a:rPr lang="en-GB" sz="1100" b="1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31766F-DCC7-4A75-AC1A-3C5A91D7CE19}"/>
              </a:ext>
            </a:extLst>
          </p:cNvPr>
          <p:cNvSpPr txBox="1"/>
          <p:nvPr/>
        </p:nvSpPr>
        <p:spPr>
          <a:xfrm>
            <a:off x="7795141" y="3766532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17AD3241-BBD9-4581-AAB2-8550F69E923E}"/>
              </a:ext>
            </a:extLst>
          </p:cNvPr>
          <p:cNvCxnSpPr>
            <a:cxnSpLocks/>
            <a:stCxn id="61" idx="1"/>
            <a:endCxn id="56" idx="1"/>
          </p:cNvCxnSpPr>
          <p:nvPr/>
        </p:nvCxnSpPr>
        <p:spPr>
          <a:xfrm rot="10800000" flipV="1">
            <a:off x="7579617" y="4941399"/>
            <a:ext cx="215525" cy="666651"/>
          </a:xfrm>
          <a:prstGeom prst="curvedConnector3">
            <a:avLst>
              <a:gd name="adj1" fmla="val 206067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5B1367-7928-491F-946C-66C23F4574BC}"/>
              </a:ext>
            </a:extLst>
          </p:cNvPr>
          <p:cNvSpPr txBox="1"/>
          <p:nvPr/>
        </p:nvSpPr>
        <p:spPr>
          <a:xfrm>
            <a:off x="8707821" y="2916395"/>
            <a:ext cx="50064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node* newItemPtr = new node;</a:t>
            </a:r>
          </a:p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newItemPtr-&gt;item = newItem;</a:t>
            </a:r>
          </a:p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newItemPtr-&gt;next = top;</a:t>
            </a:r>
          </a:p>
          <a:p>
            <a:r>
              <a:rPr lang="en-GB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top = newItemPtr;</a:t>
            </a:r>
          </a:p>
        </p:txBody>
      </p:sp>
    </p:spTree>
    <p:extLst>
      <p:ext uri="{BB962C8B-B14F-4D97-AF65-F5344CB8AC3E}">
        <p14:creationId xmlns:p14="http://schemas.microsoft.com/office/powerpoint/2010/main" val="36619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46" grpId="0" animBg="1"/>
      <p:bldP spid="33" grpId="0" animBg="1"/>
      <p:bldP spid="27" grpId="0"/>
      <p:bldP spid="29" grpId="0"/>
      <p:bldP spid="54" grpId="0"/>
      <p:bldP spid="60" grpId="0"/>
      <p:bldP spid="61" grpId="0"/>
      <p:bldP spid="66" grpId="0"/>
      <p:bldP spid="75" grpId="0"/>
      <p:bldP spid="1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pop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D070801-4BFE-4F90-90DA-6671AD519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578" y="2011533"/>
            <a:ext cx="4824536" cy="485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</a:t>
            </a:r>
            <a:r>
              <a:rPr lang="en-US" altLang="en-US" sz="1600" dirty="0">
                <a:solidFill>
                  <a:srgbClr val="009999"/>
                </a:solidFill>
              </a:rPr>
              <a:t>pop</a:t>
            </a:r>
            <a:r>
              <a:rPr lang="en-US" altLang="en-US" sz="1600" dirty="0"/>
              <a:t>() function removes the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top element </a:t>
            </a:r>
            <a:r>
              <a:rPr lang="en-US" altLang="en-US" sz="1600" dirty="0"/>
              <a:t>from the stack and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returns</a:t>
            </a:r>
            <a:r>
              <a:rPr lang="en-US" altLang="en-US" sz="1600" dirty="0"/>
              <a:t> its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value</a:t>
            </a:r>
            <a:r>
              <a:rPr lang="en-US" altLang="en-US" sz="1600" dirty="0"/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accent1">
                    <a:lumMod val="75000"/>
                  </a:schemeClr>
                </a:solidFill>
              </a:rPr>
              <a:t>How it works: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First, the function checks if the stack is empty using </a:t>
            </a:r>
            <a:r>
              <a:rPr lang="en-US" altLang="en-US" sz="1600" dirty="0">
                <a:solidFill>
                  <a:srgbClr val="009999"/>
                </a:solidFill>
              </a:rPr>
              <a:t>isEmpty</a:t>
            </a:r>
            <a:r>
              <a:rPr lang="en-US" altLang="en-US" sz="1600" dirty="0"/>
              <a:t>().</a:t>
            </a:r>
            <a:br>
              <a:rPr lang="en-US" altLang="en-US" sz="1600" dirty="0"/>
            </a:br>
            <a:r>
              <a:rPr lang="en-US" altLang="en-US" sz="1600" dirty="0"/>
              <a:t>If it is empty, a message is displayed.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If the stack is not empty: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A temporary pointer </a:t>
            </a:r>
            <a:r>
              <a:rPr lang="en-US" altLang="en-US" sz="1600" dirty="0">
                <a:solidFill>
                  <a:srgbClr val="00B050"/>
                </a:solidFill>
              </a:rPr>
              <a:t>temp</a:t>
            </a:r>
            <a:r>
              <a:rPr lang="en-US" altLang="en-US" sz="1600" dirty="0"/>
              <a:t> is set to the current top node.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value stored in top is saved into </a:t>
            </a:r>
            <a:r>
              <a:rPr lang="en-US" altLang="en-US" sz="1600" dirty="0">
                <a:solidFill>
                  <a:srgbClr val="0070C0"/>
                </a:solidFill>
              </a:rPr>
              <a:t>stackTop</a:t>
            </a:r>
            <a:r>
              <a:rPr lang="en-US" altLang="en-US" sz="1600" dirty="0"/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</a:t>
            </a:r>
            <a:r>
              <a:rPr lang="en-US" altLang="en-US" sz="1600" dirty="0">
                <a:solidFill>
                  <a:srgbClr val="0070C0"/>
                </a:solidFill>
              </a:rPr>
              <a:t>top</a:t>
            </a:r>
            <a:r>
              <a:rPr lang="en-US" altLang="en-US" sz="1600" dirty="0"/>
              <a:t> pointer is moved to the </a:t>
            </a:r>
            <a:r>
              <a:rPr lang="en-US" altLang="en-US" sz="1600" dirty="0">
                <a:solidFill>
                  <a:srgbClr val="FFFF00"/>
                </a:solidFill>
              </a:rPr>
              <a:t>next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FFFF00"/>
                </a:solidFill>
              </a:rPr>
              <a:t>node</a:t>
            </a:r>
            <a:r>
              <a:rPr lang="en-US" altLang="en-US" sz="1600" dirty="0"/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old </a:t>
            </a:r>
            <a:r>
              <a:rPr lang="en-US" altLang="en-US" sz="1600" dirty="0">
                <a:solidFill>
                  <a:srgbClr val="0070C0"/>
                </a:solidFill>
              </a:rPr>
              <a:t>top</a:t>
            </a:r>
            <a:r>
              <a:rPr lang="en-US" altLang="en-US" sz="1600" dirty="0"/>
              <a:t> node is deleted from memory.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15E77A-FA3A-455C-8DF9-099E92992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404" y="1720262"/>
            <a:ext cx="5565684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2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DD1F1B7-1891-48F2-B427-310B5AB599B7}"/>
              </a:ext>
            </a:extLst>
          </p:cNvPr>
          <p:cNvGrpSpPr/>
          <p:nvPr/>
        </p:nvGrpSpPr>
        <p:grpSpPr>
          <a:xfrm>
            <a:off x="7751096" y="3094900"/>
            <a:ext cx="936104" cy="3042372"/>
            <a:chOff x="5614946" y="2109537"/>
            <a:chExt cx="936104" cy="304237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E8D57B-09CE-481A-8ED1-39BCF757F545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40D552-AD16-495B-BA72-940861B643AF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433DAE-0478-42F7-B7DA-3DC20B03D6A0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pop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B25BF-A853-4290-A025-C27D0D98525B}"/>
              </a:ext>
            </a:extLst>
          </p:cNvPr>
          <p:cNvSpPr/>
          <p:nvPr/>
        </p:nvSpPr>
        <p:spPr>
          <a:xfrm>
            <a:off x="3287839" y="2086077"/>
            <a:ext cx="934365" cy="1004062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>
                  <a:solidFill>
                    <a:schemeClr val="bg1"/>
                  </a:solidFill>
                </a:ln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4FA783-E9AF-4A8D-BF27-ADFE8D510C3E}"/>
              </a:ext>
            </a:extLst>
          </p:cNvPr>
          <p:cNvSpPr txBox="1"/>
          <p:nvPr/>
        </p:nvSpPr>
        <p:spPr>
          <a:xfrm>
            <a:off x="7952800" y="3812249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ADC57-9C5E-4EE5-AE47-6C0225081E6A}"/>
              </a:ext>
            </a:extLst>
          </p:cNvPr>
          <p:cNvSpPr txBox="1"/>
          <p:nvPr/>
        </p:nvSpPr>
        <p:spPr>
          <a:xfrm>
            <a:off x="7975117" y="4739107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8116DF-D9CA-495B-AFBD-32570FED8036}"/>
              </a:ext>
            </a:extLst>
          </p:cNvPr>
          <p:cNvSpPr txBox="1"/>
          <p:nvPr/>
        </p:nvSpPr>
        <p:spPr>
          <a:xfrm>
            <a:off x="7751095" y="5830810"/>
            <a:ext cx="1305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FFC000"/>
                </a:solidFill>
              </a:rPr>
              <a:t>next = </a:t>
            </a:r>
            <a:r>
              <a:rPr lang="en-GB" sz="1100" b="1" dirty="0">
                <a:solidFill>
                  <a:srgbClr val="002060"/>
                </a:solidFill>
              </a:rPr>
              <a:t>nullptr</a:t>
            </a:r>
            <a:r>
              <a:rPr lang="en-GB" sz="1100" b="1" dirty="0">
                <a:solidFill>
                  <a:srgbClr val="FFC000"/>
                </a:solidFill>
              </a:rPr>
              <a:t>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C9A24F3F-D32F-4FFB-98AB-812C08E0F1D1}"/>
              </a:ext>
            </a:extLst>
          </p:cNvPr>
          <p:cNvCxnSpPr>
            <a:cxnSpLocks/>
            <a:stCxn id="2" idx="1"/>
            <a:endCxn id="26" idx="1"/>
          </p:cNvCxnSpPr>
          <p:nvPr/>
        </p:nvCxnSpPr>
        <p:spPr>
          <a:xfrm rot="10800000" flipV="1">
            <a:off x="7751096" y="3966138"/>
            <a:ext cx="201704" cy="649948"/>
          </a:xfrm>
          <a:prstGeom prst="curvedConnector3">
            <a:avLst>
              <a:gd name="adj1" fmla="val 21333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D3F6066F-28B4-40C6-862E-301EBAA0DC3E}"/>
              </a:ext>
            </a:extLst>
          </p:cNvPr>
          <p:cNvCxnSpPr>
            <a:cxnSpLocks/>
            <a:stCxn id="27" idx="3"/>
            <a:endCxn id="23" idx="3"/>
          </p:cNvCxnSpPr>
          <p:nvPr/>
        </p:nvCxnSpPr>
        <p:spPr>
          <a:xfrm>
            <a:off x="8551181" y="4892996"/>
            <a:ext cx="136019" cy="742245"/>
          </a:xfrm>
          <a:prstGeom prst="curvedConnector3">
            <a:avLst>
              <a:gd name="adj1" fmla="val 268065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7C15F7-F1A9-4402-9F91-AF3F85D4B405}"/>
              </a:ext>
            </a:extLst>
          </p:cNvPr>
          <p:cNvCxnSpPr>
            <a:cxnSpLocks/>
            <a:stCxn id="54" idx="1"/>
            <a:endCxn id="33" idx="3"/>
          </p:cNvCxnSpPr>
          <p:nvPr/>
        </p:nvCxnSpPr>
        <p:spPr>
          <a:xfrm flipH="1">
            <a:off x="4222204" y="2588108"/>
            <a:ext cx="3954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981E526-EB9F-4BED-9481-5F8F9E2B891C}"/>
              </a:ext>
            </a:extLst>
          </p:cNvPr>
          <p:cNvSpPr txBox="1"/>
          <p:nvPr/>
        </p:nvSpPr>
        <p:spPr>
          <a:xfrm>
            <a:off x="4617657" y="2434220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5D89823-BFEB-4F85-8F03-CB2499B75698}"/>
              </a:ext>
            </a:extLst>
          </p:cNvPr>
          <p:cNvGrpSpPr/>
          <p:nvPr/>
        </p:nvGrpSpPr>
        <p:grpSpPr>
          <a:xfrm>
            <a:off x="3280180" y="3115965"/>
            <a:ext cx="936104" cy="3042372"/>
            <a:chOff x="5614946" y="2109537"/>
            <a:chExt cx="936104" cy="304237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1116F3E-794E-4154-AB71-57BE024A0C6B}"/>
                </a:ext>
              </a:extLst>
            </p:cNvPr>
            <p:cNvSpPr/>
            <p:nvPr/>
          </p:nvSpPr>
          <p:spPr>
            <a:xfrm>
              <a:off x="5614946" y="414784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30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0A86202-4137-48D1-A198-B792F5FB1493}"/>
                </a:ext>
              </a:extLst>
            </p:cNvPr>
            <p:cNvSpPr/>
            <p:nvPr/>
          </p:nvSpPr>
          <p:spPr>
            <a:xfrm>
              <a:off x="5614946" y="3128692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40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F35AB3D-BCCF-4C75-BEAF-B26E09E53BC6}"/>
                </a:ext>
              </a:extLst>
            </p:cNvPr>
            <p:cNvSpPr/>
            <p:nvPr/>
          </p:nvSpPr>
          <p:spPr>
            <a:xfrm>
              <a:off x="5614946" y="2109537"/>
              <a:ext cx="936104" cy="1004062"/>
            </a:xfrm>
            <a:prstGeom prst="rect">
              <a:avLst/>
            </a:prstGeom>
            <a:solidFill>
              <a:srgbClr val="009999"/>
            </a:solidFill>
            <a:ln w="3175">
              <a:solidFill>
                <a:schemeClr val="tx2">
                  <a:lumMod val="20000"/>
                  <a:lumOff val="80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ln>
                    <a:solidFill>
                      <a:schemeClr val="bg1"/>
                    </a:solidFill>
                  </a:ln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D460000-969B-4430-B827-EA683CEBC596}"/>
              </a:ext>
            </a:extLst>
          </p:cNvPr>
          <p:cNvSpPr txBox="1"/>
          <p:nvPr/>
        </p:nvSpPr>
        <p:spPr>
          <a:xfrm>
            <a:off x="3483826" y="2767062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002C17-DD9B-4818-9A0F-7A0658D19458}"/>
              </a:ext>
            </a:extLst>
          </p:cNvPr>
          <p:cNvSpPr txBox="1"/>
          <p:nvPr/>
        </p:nvSpPr>
        <p:spPr>
          <a:xfrm>
            <a:off x="3501625" y="4814701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DAC3B109-9EA4-4585-8E36-E3BFE9239A1E}"/>
              </a:ext>
            </a:extLst>
          </p:cNvPr>
          <p:cNvCxnSpPr>
            <a:cxnSpLocks/>
            <a:stCxn id="61" idx="1"/>
            <a:endCxn id="56" idx="1"/>
          </p:cNvCxnSpPr>
          <p:nvPr/>
        </p:nvCxnSpPr>
        <p:spPr>
          <a:xfrm rot="10800000" flipV="1">
            <a:off x="3280181" y="4968590"/>
            <a:ext cx="221445" cy="687716"/>
          </a:xfrm>
          <a:prstGeom prst="curvedConnector3">
            <a:avLst>
              <a:gd name="adj1" fmla="val 203231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67255E44-B17D-4426-8B43-6BBEFB2364B7}"/>
              </a:ext>
            </a:extLst>
          </p:cNvPr>
          <p:cNvCxnSpPr>
            <a:cxnSpLocks/>
            <a:stCxn id="75" idx="3"/>
            <a:endCxn id="58" idx="3"/>
          </p:cNvCxnSpPr>
          <p:nvPr/>
        </p:nvCxnSpPr>
        <p:spPr>
          <a:xfrm>
            <a:off x="4077689" y="3947611"/>
            <a:ext cx="138595" cy="689540"/>
          </a:xfrm>
          <a:prstGeom prst="curvedConnector3">
            <a:avLst>
              <a:gd name="adj1" fmla="val 264941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DC1C761-91CB-4CD5-AC0F-39A1200FCA3D}"/>
              </a:ext>
            </a:extLst>
          </p:cNvPr>
          <p:cNvSpPr txBox="1"/>
          <p:nvPr/>
        </p:nvSpPr>
        <p:spPr>
          <a:xfrm>
            <a:off x="3286099" y="5863312"/>
            <a:ext cx="1305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rgbClr val="FFC000"/>
                </a:solidFill>
              </a:rPr>
              <a:t>next = </a:t>
            </a:r>
            <a:r>
              <a:rPr lang="en-GB" sz="1100" b="1" dirty="0">
                <a:solidFill>
                  <a:srgbClr val="002060"/>
                </a:solidFill>
              </a:rPr>
              <a:t>nullptr</a:t>
            </a:r>
            <a:r>
              <a:rPr lang="en-GB" sz="1100" b="1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31766F-DCC7-4A75-AC1A-3C5A91D7CE19}"/>
              </a:ext>
            </a:extLst>
          </p:cNvPr>
          <p:cNvSpPr txBox="1"/>
          <p:nvPr/>
        </p:nvSpPr>
        <p:spPr>
          <a:xfrm>
            <a:off x="3501625" y="3793722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C000"/>
                </a:solidFill>
              </a:rPr>
              <a:t>next</a:t>
            </a:r>
          </a:p>
        </p:txBody>
      </p:sp>
      <p:cxnSp>
        <p:nvCxnSpPr>
          <p:cNvPr id="76" name="Connector: Curved 75">
            <a:extLst>
              <a:ext uri="{FF2B5EF4-FFF2-40B4-BE49-F238E27FC236}">
                <a16:creationId xmlns:a16="http://schemas.microsoft.com/office/drawing/2014/main" id="{17AD3241-BBD9-4581-AAB2-8550F69E923E}"/>
              </a:ext>
            </a:extLst>
          </p:cNvPr>
          <p:cNvCxnSpPr>
            <a:cxnSpLocks/>
            <a:stCxn id="60" idx="1"/>
            <a:endCxn id="59" idx="1"/>
          </p:cNvCxnSpPr>
          <p:nvPr/>
        </p:nvCxnSpPr>
        <p:spPr>
          <a:xfrm rot="10800000" flipV="1">
            <a:off x="3280180" y="2920950"/>
            <a:ext cx="203646" cy="697045"/>
          </a:xfrm>
          <a:prstGeom prst="curvedConnector3">
            <a:avLst>
              <a:gd name="adj1" fmla="val 212254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DCB45D-6CE8-4195-8479-18587B3D49E3}"/>
              </a:ext>
            </a:extLst>
          </p:cNvPr>
          <p:cNvSpPr txBox="1"/>
          <p:nvPr/>
        </p:nvSpPr>
        <p:spPr>
          <a:xfrm>
            <a:off x="6906634" y="3443043"/>
            <a:ext cx="444419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top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9C56BE-6C1A-431B-8008-F95477BF9F6B}"/>
              </a:ext>
            </a:extLst>
          </p:cNvPr>
          <p:cNvCxnSpPr>
            <a:cxnSpLocks/>
            <a:stCxn id="35" idx="3"/>
            <a:endCxn id="28" idx="1"/>
          </p:cNvCxnSpPr>
          <p:nvPr/>
        </p:nvCxnSpPr>
        <p:spPr>
          <a:xfrm>
            <a:off x="7351053" y="3596931"/>
            <a:ext cx="4000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C0F5BA3-8392-4C19-A4E9-F3F78ACF5E8E}"/>
              </a:ext>
            </a:extLst>
          </p:cNvPr>
          <p:cNvCxnSpPr>
            <a:cxnSpLocks/>
          </p:cNvCxnSpPr>
          <p:nvPr/>
        </p:nvCxnSpPr>
        <p:spPr>
          <a:xfrm flipV="1">
            <a:off x="3286099" y="3080301"/>
            <a:ext cx="5401100" cy="10539"/>
          </a:xfrm>
          <a:prstGeom prst="line">
            <a:avLst/>
          </a:prstGeom>
          <a:ln w="571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8AFA07A-D698-4DEC-9F56-1B7BFCFC60D1}"/>
              </a:ext>
            </a:extLst>
          </p:cNvPr>
          <p:cNvCxnSpPr>
            <a:cxnSpLocks/>
          </p:cNvCxnSpPr>
          <p:nvPr/>
        </p:nvCxnSpPr>
        <p:spPr>
          <a:xfrm flipV="1">
            <a:off x="3286100" y="6148004"/>
            <a:ext cx="5401100" cy="25240"/>
          </a:xfrm>
          <a:prstGeom prst="line">
            <a:avLst/>
          </a:prstGeom>
          <a:ln w="5715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BADB4B0-DE6C-42C3-9056-4ABAA4544948}"/>
              </a:ext>
            </a:extLst>
          </p:cNvPr>
          <p:cNvSpPr txBox="1"/>
          <p:nvPr/>
        </p:nvSpPr>
        <p:spPr>
          <a:xfrm>
            <a:off x="9087243" y="3015198"/>
            <a:ext cx="15436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node* temp = top;</a:t>
            </a:r>
          </a:p>
          <a:p>
            <a:pPr algn="ctr"/>
            <a:r>
              <a:rPr lang="en-GB" sz="1400" b="1" dirty="0"/>
              <a:t>top = top -&gt; next;</a:t>
            </a:r>
          </a:p>
          <a:p>
            <a:pPr algn="ctr"/>
            <a:r>
              <a:rPr lang="en-GB" sz="1400" b="1" dirty="0"/>
              <a:t>delete temp;</a:t>
            </a:r>
          </a:p>
        </p:txBody>
      </p:sp>
    </p:spTree>
    <p:extLst>
      <p:ext uri="{BB962C8B-B14F-4D97-AF65-F5344CB8AC3E}">
        <p14:creationId xmlns:p14="http://schemas.microsoft.com/office/powerpoint/2010/main" val="399801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" grpId="0"/>
      <p:bldP spid="27" grpId="0"/>
      <p:bldP spid="29" grpId="0"/>
      <p:bldP spid="54" grpId="0"/>
      <p:bldP spid="60" grpId="0"/>
      <p:bldP spid="61" grpId="0"/>
      <p:bldP spid="66" grpId="0"/>
      <p:bldP spid="75" grpId="0"/>
      <p:bldP spid="35" grpId="0"/>
      <p:bldP spid="6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getTop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A3341B-46AD-4FED-9561-8309FC997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892" y="2276872"/>
            <a:ext cx="45749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009999"/>
                </a:solidFill>
              </a:rPr>
              <a:t>getTop</a:t>
            </a:r>
            <a:r>
              <a:rPr lang="en-US" altLang="en-US" sz="1800" dirty="0"/>
              <a:t>() function returns the value of the top element without removing it from the stack.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solidFill>
                  <a:schemeClr val="accent1">
                    <a:lumMod val="75000"/>
                  </a:schemeClr>
                </a:solidFill>
              </a:rPr>
              <a:t>How it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FFC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800" dirty="0"/>
              <a:t> It first checks whether the stack is empty using </a:t>
            </a:r>
            <a:r>
              <a:rPr lang="en-US" altLang="en-US" sz="1800" b="1" dirty="0">
                <a:solidFill>
                  <a:srgbClr val="009999"/>
                </a:solidFill>
              </a:rPr>
              <a:t>isEmpty</a:t>
            </a:r>
            <a:r>
              <a:rPr lang="en-US" altLang="en-US" sz="1800" dirty="0"/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1800" dirty="0"/>
              <a:t> If the stack is empty, a message is displayed.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1800" dirty="0"/>
              <a:t> Otherwise, the value stored in the top node  is copied into stackTop.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This operation allows us to peek at the top element while keeping the stack unchanged.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ADB6B-4FE2-4C3D-89C9-1E902B9E0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38" y="1916832"/>
            <a:ext cx="6348791" cy="421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29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2">
            <a:extLst>
              <a:ext uri="{FF2B5EF4-FFF2-40B4-BE49-F238E27FC236}">
                <a16:creationId xmlns:a16="http://schemas.microsoft.com/office/drawing/2014/main" id="{F5BE898D-15F3-4C24-AACB-CF070C41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0796" y="1163181"/>
            <a:ext cx="2087231" cy="390935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000" b="1" dirty="0">
                <a:solidFill>
                  <a:srgbClr val="009999"/>
                </a:solidFill>
              </a:rPr>
              <a:t>display</a:t>
            </a:r>
            <a:r>
              <a:rPr lang="en-gb" sz="4000" b="1" dirty="0"/>
              <a:t>()</a:t>
            </a:r>
            <a:endParaRPr lang="en-US" sz="4000" b="1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C2ECC711-0A3C-444F-8894-50B66B7E8347}"/>
              </a:ext>
            </a:extLst>
          </p:cNvPr>
          <p:cNvSpPr txBox="1">
            <a:spLocks/>
          </p:cNvSpPr>
          <p:nvPr/>
        </p:nvSpPr>
        <p:spPr>
          <a:xfrm>
            <a:off x="914161" y="474283"/>
            <a:ext cx="10360501" cy="539974"/>
          </a:xfrm>
          <a:prstGeom prst="rect">
            <a:avLst/>
          </a:prstGeom>
        </p:spPr>
        <p:txBody>
          <a:bodyPr vert="horz" lIns="121899" tIns="60949" rIns="121899" bIns="60949" rtlCol="0" anchor="t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2"/>
                </a:solidFill>
              </a:rPr>
              <a:t>Linked-list</a:t>
            </a:r>
            <a:r>
              <a:rPr lang="en-GB" sz="2800" b="1" dirty="0"/>
              <a:t> based Stack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B9EC564-7745-4683-89C9-75B588FD3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852" y="1982513"/>
            <a:ext cx="468052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The </a:t>
            </a:r>
            <a:r>
              <a:rPr lang="en-US" altLang="en-US" sz="1600" b="1" dirty="0">
                <a:solidFill>
                  <a:srgbClr val="009999"/>
                </a:solidFill>
              </a:rPr>
              <a:t>display</a:t>
            </a:r>
            <a:r>
              <a:rPr lang="en-US" altLang="en-US" sz="1600" dirty="0"/>
              <a:t>() function prints all the elements currently stored in the stack.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How it works: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b="1" dirty="0">
              <a:solidFill>
                <a:srgbClr val="FFC000"/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A pointer </a:t>
            </a:r>
            <a:r>
              <a:rPr lang="en-US" altLang="en-US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cur</a:t>
            </a:r>
            <a:r>
              <a:rPr lang="en-US" altLang="en-US" sz="1600" dirty="0"/>
              <a:t> is initialized to the top of the stack.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The function starts from the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top</a:t>
            </a:r>
            <a:r>
              <a:rPr lang="en-US" altLang="en-US" sz="1600" dirty="0"/>
              <a:t> node and traverses the linked list.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In each step, it prints the item stored in the current node.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 The pointer moves to the next node until it reaches </a:t>
            </a:r>
            <a:r>
              <a:rPr lang="en-US" altLang="en-US" sz="1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nullptr</a:t>
            </a:r>
            <a:r>
              <a:rPr lang="en-US" altLang="en-US" sz="1600" dirty="0"/>
              <a:t>, which marks the end of the stack.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9999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/>
              <a:t>This displays the stack contents </a:t>
            </a:r>
            <a:r>
              <a:rPr lang="en-US" altLang="en-US" sz="1600" dirty="0">
                <a:solidFill>
                  <a:srgbClr val="00B050"/>
                </a:solidFill>
              </a:rPr>
              <a:t>from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00B050"/>
                </a:solidFill>
              </a:rPr>
              <a:t>top to bottom.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4C1547DC-EB81-4AA6-92E5-A1C73153D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2484" y="4956155"/>
            <a:ext cx="40313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solidFill>
                  <a:srgbClr val="92D050"/>
                </a:solidFill>
              </a:rPr>
              <a:t>Time Complexity: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/>
              <a:t>The </a:t>
            </a:r>
            <a:r>
              <a:rPr lang="en-US" altLang="en-US" sz="1800" b="1" dirty="0">
                <a:solidFill>
                  <a:srgbClr val="009999"/>
                </a:solidFill>
              </a:rPr>
              <a:t>display</a:t>
            </a:r>
            <a:r>
              <a:rPr lang="en-US" altLang="en-US" sz="1800" dirty="0"/>
              <a:t>() operation runs in </a:t>
            </a:r>
            <a:r>
              <a:rPr lang="en-US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en-US" altLang="en-US" sz="1800" dirty="0"/>
              <a:t>(</a:t>
            </a:r>
            <a:r>
              <a:rPr lang="en-US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</a:t>
            </a:r>
            <a:r>
              <a:rPr lang="en-US" altLang="en-US" sz="1800" dirty="0"/>
              <a:t>) time, where </a:t>
            </a:r>
            <a:r>
              <a:rPr lang="en-US" alt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</a:t>
            </a:r>
            <a:r>
              <a:rPr lang="en-US" altLang="en-US" sz="1800" dirty="0"/>
              <a:t> is the number of elements in the stack.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807885-8AB8-4B65-A0B5-F160EFE07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31" y="1502955"/>
            <a:ext cx="5469944" cy="399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3B5E2-9E95-4BF4-A041-3D69EA79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256"/>
            <a:ext cx="10360501" cy="12239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9999"/>
                </a:solidFill>
              </a:rPr>
              <a:t>Example usage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A5ED4F2-781A-4A99-A582-56609AEA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940" y="1988840"/>
            <a:ext cx="3939881" cy="4507533"/>
          </a:xfrm>
          <a:prstGeom prst="rect">
            <a:avLst/>
          </a:prstGeom>
          <a:ln w="57150">
            <a:solidFill>
              <a:srgbClr val="1E1E1E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C40396-44F2-4323-9A4C-72D4B8BE6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923" y="2924944"/>
            <a:ext cx="3254022" cy="2423370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2737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2F229-3E62-4A5D-8BEB-EF646E9D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280" y="620688"/>
            <a:ext cx="2376264" cy="647899"/>
          </a:xfrm>
        </p:spPr>
        <p:txBody>
          <a:bodyPr/>
          <a:lstStyle/>
          <a:p>
            <a:r>
              <a:rPr lang="en-GB" b="1" dirty="0">
                <a:solidFill>
                  <a:srgbClr val="009999"/>
                </a:solidFill>
              </a:rPr>
              <a:t>Final Notes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8328A-FD95-42B4-880E-4027C1BD7832}"/>
              </a:ext>
            </a:extLst>
          </p:cNvPr>
          <p:cNvSpPr txBox="1"/>
          <p:nvPr/>
        </p:nvSpPr>
        <p:spPr>
          <a:xfrm>
            <a:off x="1341884" y="2060848"/>
            <a:ext cx="8541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This project demonstrated the implementation of a stack using a linked list, supporting operations such as </a:t>
            </a:r>
            <a:r>
              <a:rPr lang="en-GB" b="1" dirty="0">
                <a:solidFill>
                  <a:srgbClr val="FFC000"/>
                </a:solidFill>
              </a:rPr>
              <a:t>push</a:t>
            </a:r>
            <a:r>
              <a:rPr lang="en-GB" dirty="0"/>
              <a:t>, </a:t>
            </a:r>
            <a:r>
              <a:rPr lang="en-GB" b="1" dirty="0">
                <a:solidFill>
                  <a:srgbClr val="FFC000"/>
                </a:solidFill>
              </a:rPr>
              <a:t>pop</a:t>
            </a:r>
            <a:r>
              <a:rPr lang="en-GB" dirty="0"/>
              <a:t>, </a:t>
            </a:r>
            <a:r>
              <a:rPr lang="en-GB" b="1" dirty="0">
                <a:solidFill>
                  <a:srgbClr val="FFC000"/>
                </a:solidFill>
              </a:rPr>
              <a:t>getTop</a:t>
            </a:r>
            <a:r>
              <a:rPr lang="en-GB" dirty="0"/>
              <a:t>, and </a:t>
            </a:r>
            <a:r>
              <a:rPr lang="en-GB" b="1" dirty="0">
                <a:solidFill>
                  <a:srgbClr val="FFC000"/>
                </a:solidFill>
              </a:rPr>
              <a:t>display</a:t>
            </a:r>
            <a:r>
              <a:rPr lang="en-GB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02A387-234E-487F-8CFD-565B81FE286C}"/>
              </a:ext>
            </a:extLst>
          </p:cNvPr>
          <p:cNvSpPr txBox="1"/>
          <p:nvPr/>
        </p:nvSpPr>
        <p:spPr>
          <a:xfrm>
            <a:off x="1341884" y="3294568"/>
            <a:ext cx="85410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Compared to an array-based stack, the linked list implementation provides </a:t>
            </a:r>
            <a:r>
              <a:rPr lang="en-GB" b="1" dirty="0">
                <a:solidFill>
                  <a:srgbClr val="0070C0"/>
                </a:solidFill>
              </a:rPr>
              <a:t>dynamic memory allocation</a:t>
            </a:r>
            <a:r>
              <a:rPr lang="en-GB" dirty="0"/>
              <a:t>, eliminating overflow and allowing the stack to grow as needed.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7FF685A-A8CE-42DC-A117-464E70BB0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884" y="4528288"/>
            <a:ext cx="745744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This design ensures </a:t>
            </a: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constant-time (O(1)) performance</a:t>
            </a:r>
            <a:r>
              <a:rPr lang="en-US" altLang="en-US" dirty="0"/>
              <a:t> for insertion and removal, making it efficient for real-world applications such as </a:t>
            </a: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</a:rPr>
              <a:t>function calls, expression evaluation, and memory management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578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9B019263-072E-4A34-9E30-EF4B17E7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771" y="61956"/>
            <a:ext cx="2643281" cy="1223963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9999"/>
                </a:solidFill>
              </a:rPr>
              <a:t>Source 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E0869-C8E1-413F-A168-0F1E2F77D04E}"/>
              </a:ext>
            </a:extLst>
          </p:cNvPr>
          <p:cNvSpPr txBox="1"/>
          <p:nvPr/>
        </p:nvSpPr>
        <p:spPr>
          <a:xfrm>
            <a:off x="1197868" y="2348880"/>
            <a:ext cx="93865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1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DSA-Implementations/stack_submission at main · blastille/DSA-Implementations</a:t>
            </a:r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38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111005-32ED-446B-8901-2A64949F4C5A}">
  <we:reference id="wa104380526" version="1.2.0.0" store="en-GB" storeType="OMEX"/>
  <we:alternateReferences>
    <we:reference id="wa104380526" version="1.2.0.0" store="WA10438052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2650</TotalTime>
  <Words>1445</Words>
  <Application>Microsoft Office PowerPoint</Application>
  <PresentationFormat>Custom</PresentationFormat>
  <Paragraphs>198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Cascadia Code</vt:lpstr>
      <vt:lpstr>Cascadia Mono</vt:lpstr>
      <vt:lpstr>Museo Sans Rounded</vt:lpstr>
      <vt:lpstr>Segoe UI Variable Small Semibol</vt:lpstr>
      <vt:lpstr>Sitka Text</vt:lpstr>
      <vt:lpstr>Tech 16x9</vt:lpstr>
      <vt:lpstr>Stack Implementation Using a Linked List</vt:lpstr>
      <vt:lpstr>What is a Stack?</vt:lpstr>
      <vt:lpstr>Stack Data Structure</vt:lpstr>
      <vt:lpstr>Why stacks are important:</vt:lpstr>
      <vt:lpstr>Stack Operations:</vt:lpstr>
      <vt:lpstr>How Is Stack Data Structure Implemented in Memory?</vt:lpstr>
      <vt:lpstr>Array-based Stack</vt:lpstr>
      <vt:lpstr>Array-based Stack</vt:lpstr>
      <vt:lpstr>Linked-list based Stack</vt:lpstr>
      <vt:lpstr>Linked-list based Stack</vt:lpstr>
      <vt:lpstr>Linked-list based Stack</vt:lpstr>
      <vt:lpstr>push()</vt:lpstr>
      <vt:lpstr>push()</vt:lpstr>
      <vt:lpstr>push()</vt:lpstr>
      <vt:lpstr>pop()</vt:lpstr>
      <vt:lpstr>pop()</vt:lpstr>
      <vt:lpstr>getTop()</vt:lpstr>
      <vt:lpstr>display()</vt:lpstr>
      <vt:lpstr>Example usage</vt:lpstr>
      <vt:lpstr>Final Notes</vt:lpstr>
      <vt:lpstr>Source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Implementation using Linked List</dc:title>
  <dc:creator>Abdulrahman Abdulkader</dc:creator>
  <cp:lastModifiedBy>Abdulrahman Abdulkader</cp:lastModifiedBy>
  <cp:revision>89</cp:revision>
  <dcterms:created xsi:type="dcterms:W3CDTF">2025-12-28T22:43:12Z</dcterms:created>
  <dcterms:modified xsi:type="dcterms:W3CDTF">2026-01-02T21:36:28Z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